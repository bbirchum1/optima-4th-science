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Pinwheel and water wheel warm-up/demo. Vocab + how turbines work + evidence-based comparison + CER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available, blow on the pinwheel gently then harder. Ask: what changed? The energy came from YOUR breath — from moving air. A wind turbine works the same way, just much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to 19-01 and 19-02: faster = more kinetic energy. Same principle applies here. Ask: what would happen if wind speed doubled?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In one sentence, explain how a wind turbine converts kinetic energy into electrical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Air and Water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motion of air and water be used as energy sources?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4-ESS3-1 | 4-PS3-4 — Renewable energy from moving air and water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moving air and water carry kinetic energy.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describe how devices like turbines and water wheels convert that energy.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make an evidence-based prediction about which design captures more energy.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Phenomenon: Pinwheel in the Wind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"colorful pinwheel spinning outdoors wind energy motion"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pinwheel spinning in the wind — kinetic energy transfer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170432"/>
            <a:ext cx="566928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pinwheel spins when air moves past it. In your notebook: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Where does the energy come from?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What would happen if the wind blows FASTER?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What would happen if the wind blows SLOWER?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faster wind will cause ___ because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motion of air and water be captured and converted into usable energy?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"I think wind and water energy works by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Moving Air and Water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kinetic energy of moving air, which can be captured by turbines to generate electricity.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energy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kinetic energy of moving water (rivers, tides, waterfalls) used to do work or generate power.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position. Moving air and water have kinetic energy because they are in motion.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or machine designed to capture energy and convert it into a useful form.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energy source that is naturally replenished — like wind, sunlight, and flowing water.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senses or tools to gather evidence about how something works.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Air: From Wind to Electricity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"wind turbine farm offshore aerial view blades spinning electricity"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wind farm — turbine blades convert wind kinetic energy to electricity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49808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2296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Wind Turbines Work: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234440"/>
            <a:ext cx="566928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Wind (moving air) has KINETIC energy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Wind pushes the turbine BLADES and makes them spin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Spinning blades turn a GENERATOR inside the tower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Generator converts mechanical energy to ELECTRICAL energy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Electricity travels through cables to homes and buildings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faster wind = more kinetic energy = more electricity generated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Water: From River to Electricity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"hydroelectric dam water wheel turbine river power plant"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Hydroelectric dam — moving water drives turbines to generate electricity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49808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2296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Water Wheels and Dams Work: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234440"/>
            <a:ext cx="566928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water wheels: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Moving river water pushes the wheel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Wheel turns a millstone to grind grain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hydroelectric dams: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Water stored behind dam has POTENTIAL energy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Released water flows fast — kinetic energy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Drives turbines to generate electricity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water flow is more consistent than wind — reliable energy source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Wind Energy vs. Water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74980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77724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74980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77724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ENERGY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4416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29844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3441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air (wind)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129844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3441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water (rivers, tides)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6712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1284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16712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21284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0" y="216712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21284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wheel or hydroelectric turbine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03580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8152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303580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08152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depends on weather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23760" y="303580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08152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— rivers always flow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90448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5020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390448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95020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birds/bats at risk near blades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23760" y="390448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95020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dams affect fish and ecosystems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77316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1888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location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477316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481888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Coastal, plains, offshore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23760" y="477316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481888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Rivers, waterfalls, tidal areas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5641848"/>
            <a:ext cx="256032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68756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Renewable?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0" y="564184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56875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wind always blows somewhere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23760" y="5641848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56875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water cycle replenishes supply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8" name="Text 4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103120"/>
          </a:xfrm>
          <a:prstGeom prst="roundRect">
            <a:avLst>
              <a:gd name="adj" fmla="val 3478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coastal Florida town wants to add a renewable energy source. They are choosing between offshore wind turbines and a tidal water turbine. Which should they choose? Justify with evidence from the comparison chart — include tradeoffs!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8152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 Starters: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recommend ___ because the evidence shows ___."  "A tradeoff of ___ is ___, but ___."  "I disagree with ___ because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Wind vs. Water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[wind/water] energy is a better choice for [location]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 should reference specific characteristics of the chosen energy source.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pieces of evidence from the comparison chart: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"The data shows that ___ energy is more reliable because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"The tradeoff is ___, but this is acceptable because ___"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be specific — no vague statements.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Wind and water energy are both classified as renewable because: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They are very cheap to use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They are naturally replenished by Earth's systems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They produce no heat when used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They can be stored in batteries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wind turbine's blades spin faster when wind speed increases. This is because: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More electricity flows into the blades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Faster wind has more kinetic energy to transfer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generator heats up and moves faster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Water pressure increases in the tower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the motion of air and water be captured and converted into usable energy?"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Pinwheel prediction + observations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Wind vs. water comparison notes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energy source recommendation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24-01: Energy Moves Between Objects — Conductors and insulators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23-02  ·  Moving Air and Water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2026-07-14T00:36:12Z</dcterms:created>
  <dcterms:modified xsi:type="dcterms:W3CDTF">2026-07-14T00:36:12Z</dcterms:modified>
</cp:coreProperties>
</file>