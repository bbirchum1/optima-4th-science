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learn the 5-step reproduction cycle: pollination → fertilization → seed production → dispersal → germination. Key connections: pollinators as part of the process, seeds carry inherited traits, seeds need the right environment to germinate.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3 min to sketch and write. Cold-call: 'What do you think the yellow powder is?' Guide toward 'pollen.' Ask: 'If the bee takes the powder to another flower — what do you think happens next?' Set up curiosity for the full 5-step cycle. Facilitation: 'Could the plant make seeds WITHOUT the bee? What would change?'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big question aloud. Show the five steps. Prediction: 'Which step do you think is most important for the plant to make seeds? Write your prediction — we'll revisit it.' Evidence-based prediction: 'What evidence in the warm-up makes you choose that step?'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Cold-call: 'If bees disappeared, which step fails?' (Pollination — Step 1). 'And if pollination fails, what else fails?' (All downstream steps: no fertilization, no seeds, no dispersal, no germination.) This shows the chain of dependency. Key: pollinators are PART of the reproduction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the flower's job is reproductive, not decorative. Ask: 'Could a flower fulfill its job without looking pretty? Why do they have bright colors?' (To attract pollinators — the color is adaptive.) Connect to lesson 11-02: the flower's color and smell are ADAPTATIONS that help the plant reproduce.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step. Ask after Step 4: 'Why would it help a plant if its seeds land FAR from the parent?' (Less competition for sun, water, soil.) After Step 5: 'From last lesson — is the new plant's size inherited or environmental?' (BOTH — inherited potential, environment decides outcome.)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Prediction: most students will say 'pollination' — that's correct, because without it, fertilization can't happen, so no seeds, no dispersal, no germination. After the image: 'Were your predictions right? Look at where pollinators fit in the cycle — what would you call them?' (Part of the reproduction SYSTEM.) Connect: orange tree seeds grow into orange trees because inherited traits travel with the seed.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'The wind doesn't 'get' anything. Why do oak trees use wind pollination then?' (Oaks make SO much pollen — billions of grains — that even with random wind, some land correctly. This is a numbers game.) Connect: Florida has 350+ species of native bees — all part of the plant reproduction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 during Step 2. Common error: students put germination before dispersal, or pollination after seed production. Ask: 'Can you have a seed before fertilization? What has to happen first?' Investigation design: 'Is the order of these steps a fair test of anything? What would change if you switched steps 1 and 2?'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the Claim sentence aloud. Students complete all 3 panels. Key facilitation: 'Your Reasoning should trace the CHAIN — each step leads to the next.' This connects CER to the five-step cycle: the reasoning is strongest when it traces how removing one step collapses the whole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ocean = dispersal agent (Step 4). When the coconut lands and conditions are right, Step 5 (germination) happens. The inherited traits (coconut palm traits) traveled in the seed! Connect to last lesson: new island palms INHERITED their traits from the parent palm — including the ability to grow near saltwater.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time, ask: 'Is the fire-response of Florida pines an inherited trait or environmental?' (INHERITED — ALL Florida longleaf pine cones have resin-sealed pods; the FIRE is the environmental trigger for germination). Connect back to lesson 11-02: this was the amazing fact about the pine tree's adaptation! Now they understand it as part of the full reproduction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Q1: 'What has to exist BEFORE a seed can exist? (Fertilization.) What has to happen before fertilization? (Pollination.) So what's the earliest step? (Pollination.) Work backward from seed.' For Q2: 'Quick: what's the difference between pollination, dispersal, and germination? Can you write one sentence for each in 60 seconds?'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part. Remind students: Part C MUST be drawn as a circle (cycle), not a straight line — the cycle REPEATS. Each step needs BOTH a small drawing AND a one-sentence description. Key Question response needs 3 vocabulary words. Point out: 'Every food you've ever eaten started as a flower' — make it personal!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'Think about the foods you eat — how many started as a flower? Pick two favorite foods and trace each one back to a flower.' Exit ticket: 'Write the 5 steps of plant reproduction in order, as a cycle. Which step surprises you most?'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Flowering Plant Reproduction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0848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Week 13  ·  Life Science  ·  SC.4.L.16.1 / NGSS enrichment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871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SC.4.L.16.1 — Identify processes of sexual reproduction in flowering plants, including pollination, fertilization, seed production, seed dispersal, and germination.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235440" y="411480"/>
            <a:ext cx="2651760" cy="2651760"/>
          </a:xfrm>
          <a:prstGeom prst="ellipse">
            <a:avLst/>
          </a:prstGeom>
          <a:solidFill>
            <a:srgbClr val="162233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0" y="10058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</a:rPr>
              <a:t>🔬</a:t>
            </a:r>
            <a:endParaRPr lang="en-US" sz="68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7406640" cy="1645920"/>
          </a:xfrm>
          <a:prstGeom prst="roundRect">
            <a:avLst>
              <a:gd name="adj" fmla="val 4444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82112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Learning Goals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29584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name and order the main steps of flowering plant reproduction.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867912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explain how pollination leads to seeds.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connect inherited traits to where they show up in plant offspring.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956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need: 📓 Science notebook   ✏️ Colored pencils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13.02  ·  Flowering Plant Reproduction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🌅  Warm-Up: Follow the Bee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2103120"/>
          </a:xfrm>
          <a:prstGeom prst="roundRect">
            <a:avLst>
              <a:gd name="adj" fmla="val 3478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a bee landing on a flower in a Florida garden.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crawls inside, gets dusty with yellow powder, then flies off to the next flower. A week later, that first flower has turned into a tiny seed pod. Months later, a new plant is sprouting from a seed that fell to the ground.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2999232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notebook: sketch the bee on the flower. Add an arrow showing where the bee will go next. Write ONE sentence guessing what the yellow powder might be.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3950208"/>
            <a:ext cx="11430000" cy="347472"/>
          </a:xfrm>
          <a:prstGeom prst="roundRect">
            <a:avLst>
              <a:gd name="adj" fmla="val 23684"/>
            </a:avLst>
          </a:prstGeom>
          <a:solidFill>
            <a:srgbClr val="E09200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95020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 Notice &amp; Wonder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352544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"Flowers can't walk. So how does a flower in one yard end up with offspring growing in another yard? What's doing the work?"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882896"/>
            <a:ext cx="11430000" cy="1664208"/>
          </a:xfrm>
          <a:prstGeom prst="roundRect">
            <a:avLst>
              <a:gd name="adj" fmla="val 4396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57200" y="499262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543153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5724144"/>
            <a:ext cx="11210544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"bee landing on Florida wildflower yellow pollen powder pollination"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bee collecting pollen — one of the most important workers in Florida's ecosystem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13.02  ·  Flowering Plant Reproduction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Our Big Question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1645920"/>
          </a:xfrm>
          <a:prstGeom prst="roundRect">
            <a:avLst>
              <a:gd name="adj" fmla="val 4444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41248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flowering plants make the next generation — and how do inherited traits travel with the seeds?"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542032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Five-Step Cycle: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999232"/>
            <a:ext cx="2121408" cy="1920240"/>
          </a:xfrm>
          <a:prstGeom prst="roundRect">
            <a:avLst>
              <a:gd name="adj" fmla="val 3810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054096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🐝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" y="3602736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77056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374904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670048" y="2999232"/>
            <a:ext cx="2121408" cy="1920240"/>
          </a:xfrm>
          <a:prstGeom prst="roundRect">
            <a:avLst>
              <a:gd name="adj" fmla="val 3810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3054096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🌸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70048" y="3602736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61488" y="3877056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90288" y="374904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74336" y="2999232"/>
            <a:ext cx="2121408" cy="1920240"/>
          </a:xfrm>
          <a:prstGeom prst="roundRect">
            <a:avLst>
              <a:gd name="adj" fmla="val 3810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74336" y="3054096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🌱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974336" y="3602736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65776" y="3877056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94576" y="374904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278624" y="2999232"/>
            <a:ext cx="2121408" cy="1920240"/>
          </a:xfrm>
          <a:prstGeom prst="roundRect">
            <a:avLst>
              <a:gd name="adj" fmla="val 3810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78624" y="3054096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💨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278624" y="3602736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70064" y="3877056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98864" y="374904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82912" y="2999232"/>
            <a:ext cx="2121408" cy="1920240"/>
          </a:xfrm>
          <a:prstGeom prst="roundRect">
            <a:avLst>
              <a:gd name="adj" fmla="val 3810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82912" y="3054096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🌿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582912" y="3602736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74352" y="3877056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Germination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5074920"/>
            <a:ext cx="11430000" cy="658368"/>
          </a:xfrm>
          <a:prstGeom prst="roundRect">
            <a:avLst>
              <a:gd name="adj" fmla="val 11111"/>
            </a:avLst>
          </a:prstGeom>
          <a:solidFill>
            <a:srgbClr val="0A2A18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Today's connection: Each seed carries INHERITED TRAITS from both parent flowers — that's how traits travel to the next generation.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5" name="Text 33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13.02  ·  Flowering Plant Reproduction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Vocabulary — The Reproduction Cycle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152144"/>
            <a:ext cx="3255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of a plant that makes the next generation. Flowers hold pollen and eggs that turn into seeds.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749808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749808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777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24528" y="1152144"/>
            <a:ext cx="3255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pollen moves from one flower to another. Bees, butterflies, birds, and wind can all pollinate.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0" y="749808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749808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777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1152144"/>
            <a:ext cx="3255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yellow dust inside a flower. Pollen carries the male part needed to make a seed.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212848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212848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2402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2615184"/>
            <a:ext cx="3255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package made by a flower that contains everything needed to grow into a new plant — including inherited traits.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0" y="2212848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0096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2212848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22402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24528" y="2615184"/>
            <a:ext cx="3255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pollen joins with the egg inside the flower. After fertilization, the flower can start to make a seed.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63840" y="2212848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2212848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22402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Germination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73568" y="2615184"/>
            <a:ext cx="3255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seed starts to grow into a new plant. Needs water, the right temperature, and (eventually) sunlight.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675888"/>
            <a:ext cx="11430000" cy="1170432"/>
          </a:xfrm>
          <a:prstGeom prst="roundRect">
            <a:avLst>
              <a:gd name="adj" fmla="val 6250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749040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Quick Discussion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" y="4114800"/>
            <a:ext cx="1110081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would happen to flowering plants in Florida if all the bees suddenly disappeared? Trace the chain of events through the five steps — which step would fail first?"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3" name="Text 31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13.02  ·  Flowering Plant Reproduction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Part 1 — The Flower Is the Maker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1325880"/>
          </a:xfrm>
          <a:prstGeom prst="roundRect">
            <a:avLst>
              <a:gd name="adj" fmla="val 5517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flower is more than a pretty thing on a stem — it's the part of a plant that MAKES the next generation.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1064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flower has two important jobs: produce POLLEN (the male part) and hold tiny EGGS deep inside (the female part). For a flower to make a SEED, pollen has to reach the egg — that's POLLINATION.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57200" y="232257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76148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054096"/>
            <a:ext cx="508406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"flower anatomy diagram labeled petal sepal stamen pistil pollen egg Florida wildflower 4th grade"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590702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 anatomy: pollen (male part) and egg (female part) are both needed to make a seed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2212848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226771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Jobs of a Flower: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2670048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162233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2724912"/>
            <a:ext cx="4882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🌼  Produce POLLEN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1072" y="3035808"/>
            <a:ext cx="4882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male part. Tiny yellow dust that needs to reach another flower's egg.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3721608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162233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3776472"/>
            <a:ext cx="4882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🥚  Hold the EGG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91072" y="4087368"/>
            <a:ext cx="4882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female part, deep inside the flower. Will become a seed after fertilization.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4773168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162233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4828032"/>
            <a:ext cx="4882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🐝  Attract POLLINATORS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91072" y="5138928"/>
            <a:ext cx="4882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Color, smell, and nectar attract bees, butterflies, birds — who carry pollen from flower to flower.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601675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Stop &amp; Think: "What would happen if all bees disappeared from Florida? Which step of plant reproduction would fail first? Trace the effects through the whole cycle."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13.02  ·  Flowering Plant Reproduction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Part 2 — From Seed to New Plant: Five Steps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611880" cy="2395728"/>
          </a:xfrm>
          <a:prstGeom prst="roundRect">
            <a:avLst>
              <a:gd name="adj" fmla="val 3053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🐝  POLLINATION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8046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046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48840" y="80467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🐝  POLLINATION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188720"/>
            <a:ext cx="3337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Pollen moves from the male part of one flower to the female part of another. Bees, butterflies, birds, or wind carry it.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977640" y="137160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160520" y="749808"/>
            <a:ext cx="3611880" cy="2395728"/>
          </a:xfrm>
          <a:prstGeom prst="roundRect">
            <a:avLst>
              <a:gd name="adj" fmla="val 3053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8046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 FERTILIZATION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0" y="8046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8046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80467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 FERTILIZATION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1188720"/>
            <a:ext cx="3337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Pollen joins with the egg inside the flower. The flower can now grow a seed. Petals usually fall off after this.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0" y="137160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955280" y="749808"/>
            <a:ext cx="3611880" cy="2395728"/>
          </a:xfrm>
          <a:prstGeom prst="roundRect">
            <a:avLst>
              <a:gd name="adj" fmla="val 3053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8046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SEED PRODUCTION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92440" y="8046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8046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738360" y="80467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SEED PRODUCTION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92440" y="1188720"/>
            <a:ext cx="3337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plant grows seeds where the flower was. Seeds are packaged in a pod, fruit, or cone — protected until ready.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3328416"/>
            <a:ext cx="5349240" cy="2395728"/>
          </a:xfrm>
          <a:prstGeom prst="roundRect">
            <a:avLst>
              <a:gd name="adj" fmla="val 3053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383280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 SEED DISPERSAL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" y="338328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3832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48840" y="338328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 SEED DISPERSAL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3767328"/>
            <a:ext cx="5074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travel away from the parent by wind, water, animals, or gravity. Getting away means less competition.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715000" y="395020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989320" y="3328416"/>
            <a:ext cx="5349240" cy="2395728"/>
          </a:xfrm>
          <a:prstGeom prst="roundRect">
            <a:avLst>
              <a:gd name="adj" fmla="val 3053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383280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GERMINATION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26480" y="338328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33832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338328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GERMINATION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126480" y="3767328"/>
            <a:ext cx="5074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water, warmth, and time, the seed sprouts into a new plant. Needs the RIGHT environment conditions.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65760" y="5943600"/>
            <a:ext cx="11430000" cy="658368"/>
          </a:xfrm>
          <a:prstGeom prst="roundRect">
            <a:avLst>
              <a:gd name="adj" fmla="val 11111"/>
            </a:avLst>
          </a:prstGeom>
          <a:solidFill>
            <a:srgbClr val="1A0A0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Common Misconception: Seeds make plants by themselves. Actually, seeds need the RIGHT ENVIRONMENT to germinate — water, warmth, and time. A seed in a dry drawer can sit for years without growing.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41" name="Text 3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13.02  ·  Flowering Plant Reproduction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Prediction Before Diagram — Which Step is Most Critical?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Which step of the plant reproduction cycle depends MOST on animals or wind? What might happen if THAT step failed?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11430000" cy="3886200"/>
          </a:xfrm>
          <a:prstGeom prst="roundRect">
            <a:avLst>
              <a:gd name="adj" fmla="val 1882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1773936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505456"/>
            <a:ext cx="1121054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"flowering plant reproduction cycle five steps pollination fertilization seed dispersal germination diagram circle arrows Florida"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5586984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flowering plant reproduction cycle — 5 steps, always in order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5669280"/>
            <a:ext cx="11430000" cy="658368"/>
          </a:xfrm>
          <a:prstGeom prst="roundRect">
            <a:avLst>
              <a:gd name="adj" fmla="val 11111"/>
            </a:avLst>
          </a:prstGeom>
          <a:solidFill>
            <a:srgbClr val="1A3A1A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724144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Key Concept: Flowering plants reproduce in 5 steps: pollination → fertilization → seed production → dispersal → germination. Each new plant inherits traits from its parent flower(s).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13.02  ·  Flowering Plant Reproduction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 Four Florida Pollinators + Plants — A Partnership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577840" cy="2560320"/>
          </a:xfrm>
          <a:prstGeom prst="roundRect">
            <a:avLst>
              <a:gd name="adj" fmla="val 2857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4124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412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+ Wildflower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225296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pollen moves: Bee collects nectar; pollen sticks to its body and transfers to the next flower.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2996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gets: Pollination — seeds can form.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4144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Pollinator gets: Nectar for food.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52928"/>
            <a:ext cx="5212080" cy="347472"/>
          </a:xfrm>
          <a:prstGeom prst="roundRect">
            <a:avLst>
              <a:gd name="adj" fmla="val 21053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40080" y="296265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34015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3694176"/>
            <a:ext cx="4992624" cy="-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"bee + wildflower Florida pollination"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09360" y="749808"/>
            <a:ext cx="5577840" cy="2560320"/>
          </a:xfrm>
          <a:prstGeom prst="roundRect">
            <a:avLst>
              <a:gd name="adj" fmla="val 2857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84124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8412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Butterfly + Milkweed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1225296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pollen moves: Butterfly lands to drink nectar; pollen attaches to butterfly legs.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02996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gets: Cross-pollination — more genetic variation.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44144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Pollinator gets: Nectar for energy.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2852928"/>
            <a:ext cx="5212080" cy="347472"/>
          </a:xfrm>
          <a:prstGeom prst="roundRect">
            <a:avLst>
              <a:gd name="adj" fmla="val 21053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6583680" y="296265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83680" y="34015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01968" y="3694176"/>
            <a:ext cx="4992624" cy="-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"butterfly + milkweed Florida pollination"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493008"/>
            <a:ext cx="5577840" cy="2560320"/>
          </a:xfrm>
          <a:prstGeom prst="roundRect">
            <a:avLst>
              <a:gd name="adj" fmla="val 2857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58444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5844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Hummingbird + Hibiscus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3968496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pollen moves: Bird reaches inside for nectar; head brushes pollen onto pistil.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77316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gets: Pollination at flowers too deep for bees.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18464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Pollinator gets: Nectar (energy-rich food).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596128"/>
            <a:ext cx="5212080" cy="347472"/>
          </a:xfrm>
          <a:prstGeom prst="roundRect">
            <a:avLst>
              <a:gd name="adj" fmla="val 21053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640080" y="570585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40080" y="61447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" y="6437376"/>
            <a:ext cx="4992624" cy="-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"hummingbird + hibiscus Florida pollination"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9360" y="3493008"/>
            <a:ext cx="5577840" cy="2560320"/>
          </a:xfrm>
          <a:prstGeom prst="roundRect">
            <a:avLst>
              <a:gd name="adj" fmla="val 285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358444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35844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+ Oak Tree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3968496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pollen moves: Billions of pollen grains released into the air; wind carries to another oak.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92240" y="477316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gets: Pollination without any animal helper.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92240" y="518464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Pollinator gets: Nothing — wind doesn't benefit, but also doesn't cost!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92240" y="5596128"/>
            <a:ext cx="5212080" cy="347472"/>
          </a:xfrm>
          <a:prstGeom prst="roundRect">
            <a:avLst>
              <a:gd name="adj" fmla="val 21053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6583680" y="570585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583680" y="61447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01968" y="6437376"/>
            <a:ext cx="4992624" cy="-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"wind + oak tree Florida pollination"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6236208"/>
            <a:ext cx="11430000" cy="411480"/>
          </a:xfrm>
          <a:prstGeom prst="roundRect">
            <a:avLst>
              <a:gd name="adj" fmla="val 17778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" y="6309360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Observe &amp; Reason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30352" y="6675120"/>
            <a:ext cx="11100816" cy="-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"Pick 2 pollinator+plant pairs. For each: describe what EACH side gets out of the relationship."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49" name="Text 47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13.02  ·  Flowering Plant Reproduction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Explore — Sequence and Observe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the 5 steps. Then observe a real Florida flower and find as many parts as you can.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618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618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59105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Up the Steps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38528"/>
            <a:ext cx="5303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notebook, write these 5 steps OUT OF ORDER: germination, dispersal, pollination, seed production, fertilization. Number them randomly 1–5.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1170432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2618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2618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92240" y="159105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Them In Order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1938528"/>
            <a:ext cx="5303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same 5 steps in the CORRECT order. Draw arrows between them. Hint: what has to happen FIRST before a seed can exist?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685032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7764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764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10565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Real Flower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453128"/>
            <a:ext cx="5303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a real Florida flower (or a clear photo). Draw it. Try to label: petals, pollen, stem, leaves. Mark where you think the egg might be.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3685032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37764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7764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92240" y="410565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Cycle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4453128"/>
            <a:ext cx="5303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your drawing, write ONE sentence: what will this flower do NEXT in the reproduction cycle? What's the next step for this plant?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6236208"/>
            <a:ext cx="11430000" cy="384048"/>
          </a:xfrm>
          <a:prstGeom prst="roundRect">
            <a:avLst>
              <a:gd name="adj" fmla="val 19048"/>
            </a:avLst>
          </a:prstGeom>
          <a:solidFill>
            <a:srgbClr val="162233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28192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coconut can drift across the ocean for THOUSANDS of miles and still germinate — the sea disperses the seeds. That's why coconut palms grow on so many islands.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9" name="Text 27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13.02  ·  Flowering Plant Reproduction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1A5FB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5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CER Practice — Do Flowers Matter?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1E2F45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Question: "A classmate says 'Flowers are just for looking pretty — they don't really matter to the plant.' Do you agree?"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3474720" cy="3657600"/>
          </a:xfrm>
          <a:prstGeom prst="roundRect">
            <a:avLst>
              <a:gd name="adj" fmla="val 2632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64208"/>
            <a:ext cx="347472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8249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066544"/>
            <a:ext cx="320040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disagree. Flowers are the reproductive structures of plants — they are essential for making the next generation.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starter: "I claim that flowers matter because..."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0" y="1664208"/>
            <a:ext cx="3474720" cy="3657600"/>
          </a:xfrm>
          <a:prstGeom prst="roundRect">
            <a:avLst>
              <a:gd name="adj" fmla="val 2632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1664208"/>
            <a:ext cx="347472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68249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51960" y="2066544"/>
            <a:ext cx="320040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today: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Flowers hold pollen (male part) AND eggs (female part) — both needed to make seeds.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Florida live oaks release BILLIONS of pollen grains each spring — that's not decoration, that's a reproductive strategy.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starter: "I know this because..."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63840" y="1664208"/>
            <a:ext cx="3474720" cy="3657600"/>
          </a:xfrm>
          <a:prstGeom prst="roundRect">
            <a:avLst>
              <a:gd name="adj" fmla="val 2632"/>
            </a:avLst>
          </a:prstGeom>
          <a:solidFill>
            <a:srgbClr val="7A3200"/>
          </a:solidFill>
          <a:ln w="19050">
            <a:solidFill>
              <a:srgbClr val="B04A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1664208"/>
            <a:ext cx="3474720" cy="347472"/>
          </a:xfrm>
          <a:prstGeom prst="rect">
            <a:avLst/>
          </a:prstGeom>
          <a:solidFill>
            <a:srgbClr val="B04A00"/>
          </a:solidFill>
          <a:ln w="12700">
            <a:solidFill>
              <a:srgbClr val="B04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168249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REASONING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01000" y="2066544"/>
            <a:ext cx="320040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flowers, plants couldn't make pollen or hold eggs, so pollination couldn't happen. No pollination = no fertilization = no seeds = no new generation of plants.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starter: "This shows that without flowers..."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5486400"/>
            <a:ext cx="11430000" cy="1078992"/>
          </a:xfrm>
          <a:prstGeom prst="roundRect">
            <a:avLst>
              <a:gd name="adj" fmla="val 6780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5559552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Pair &amp; Share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" y="5925312"/>
            <a:ext cx="111008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your REASONING trace the chain of consequences — no flowers → no pollination → no seeds → no new plants? Or does it just restate the evidence? Check with your partner."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13.02  ·  Flowering Plant Reproduction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1A5FB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5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Your Turn — Coconut Palms on Islands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1E2F45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Question: "Coconut palms grow on many tropical islands that seem too far away for bees or birds to carry seeds. Explain why they're there using the five reproduction steps."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64208"/>
            <a:ext cx="361188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824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066544"/>
            <a:ext cx="3337560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CLAIM: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"Coconut palms grow on distant islands because..."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'dispersal' in your claim.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1664208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1664208"/>
            <a:ext cx="361188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6824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2066544"/>
            <a:ext cx="3337560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today's evidence: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carries coconut seeds?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does the OCEAN do in the 5-step cycle?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the seed germinate after floating for miles?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"I know this because..."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1664208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7A3200"/>
          </a:solidFill>
          <a:ln w="19050">
            <a:solidFill>
              <a:srgbClr val="B04A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664208"/>
            <a:ext cx="3611880" cy="347472"/>
          </a:xfrm>
          <a:prstGeom prst="rect">
            <a:avLst/>
          </a:prstGeom>
          <a:solidFill>
            <a:srgbClr val="B04A00"/>
          </a:solidFill>
          <a:ln w="12700">
            <a:solidFill>
              <a:srgbClr val="B04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16824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REASONING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92440" y="2066544"/>
            <a:ext cx="3337560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the cycle: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of the 5 steps did the OCEAN perform?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Why does getting far from the parent help the seed?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do inherited traits end up on that island?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'germination' in your reasoning.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5897880"/>
            <a:ext cx="11430000" cy="658368"/>
          </a:xfrm>
          <a:prstGeom prst="roundRect">
            <a:avLst>
              <a:gd name="adj" fmla="val 11111"/>
            </a:avLst>
          </a:prstGeom>
          <a:solidFill>
            <a:srgbClr val="1A1A2A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🥥  Amazing Florida Fact: Coconuts can drift across the ocean for thousands of miles and still germinate when they land on a sandy beach. The sea is their DISPERSAL agent. Coconut palms 'colonized' islands using the ocean as their transport.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13.02  ·  Flowering Plant Reproduction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4736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Elaborate — Mind-Blow + Go Deeper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1691640"/>
          </a:xfrm>
          <a:prstGeom prst="roundRect">
            <a:avLst>
              <a:gd name="adj" fmla="val 4324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🤯  Amazing Florida Fact — Billions of Pollen Grains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152144"/>
            <a:ext cx="110642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Florida live oak can release BILLIONS of pollen grains in one spring. That's why some Florida days look yellow with pollen dust — and why allergy season hits so hard. Florida also has more than 350 species of native bees, plus butterflies, beetles, and even bats — all helping flowering plants reproduce.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578608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162233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334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Self vs. Cross-Pollination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80944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flowers can pollinate THEMSELVES — pollen from the flower lands on its own egg (self-pollination). Others need pollen from a DIFFERENT plant of the same species (cross-pollination). Cross-pollination usually creates more VARIATION in offspring. Both kinds happen in Florida gardens.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2578608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26334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Why Some Seeds Need FIRE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2980944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Florida pine trees have seeds that ONLY germinate after a fire passes through. The heat cracks the seed pods open. Wildfires used to be a normal part of Florida's ecosystem — and many native plants have an INHERITED built-in fire response.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5-step cycle — wildly different germination trigger.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13.02  ·  Flowering Plant Reproduction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Quick Self-Check — Not Graded!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2606040"/>
          </a:xfrm>
          <a:prstGeom prst="roundRect">
            <a:avLst>
              <a:gd name="adj" fmla="val 2807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 Put the steps of flowering plant reproduction in the right order.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1673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Seed → pollination → fertilization → germination → dispersal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Pollination → fertilization → seed → dispersal → germination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Germination → dispersal → seed → fertilization → pollination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359152"/>
            <a:ext cx="11064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Pollen has to move (pollination) and join the egg (fertilization) BEFORE a seed exists. Then the seed travels (dispersal) and finally grows (germination). Order matters!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584448"/>
            <a:ext cx="11430000" cy="2606040"/>
          </a:xfrm>
          <a:prstGeom prst="roundRect">
            <a:avLst>
              <a:gd name="adj" fmla="val 2807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3931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 What is POLLINATION?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15137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When a seed grows into a new plant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4988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When a seed travels away from the parent plant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846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When pollen moves from one flower to another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193792"/>
            <a:ext cx="11064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Pollination is pollen moving from flower to flower — by bees, butterflies, birds, or wind. Growing a new plant is GERMINATION. Traveling is DISPERSAL.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13.02  ·  Flowering Plant Reproduction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Assignment Preview — Show What You Know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502920"/>
          </a:xfrm>
          <a:prstGeom prst="roundRect">
            <a:avLst>
              <a:gd name="adj" fmla="val 14545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the assignment was practiced in class — check the slide where you did each part.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3474720" cy="4754880"/>
          </a:xfrm>
          <a:prstGeom prst="roundRect">
            <a:avLst>
              <a:gd name="adj" fmla="val 210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2646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Match the Word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Pollination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Fertilization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Germination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4 blanks.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(Practiced: Slides 4–6)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0" y="1371600"/>
            <a:ext cx="3474720" cy="4754880"/>
          </a:xfrm>
          <a:prstGeom prst="roundRect">
            <a:avLst>
              <a:gd name="adj" fmla="val 2105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142646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Answer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178308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Pick 1 pollinator+plant pair: describe what each side gets (Slide 8)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 difference between pollination and fertilization — which happens first? (Slides 5–6)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Why didn't a seed germinate in a dry drawer? What 3 things does it need? (Slide 6)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63840" y="1371600"/>
            <a:ext cx="3840480" cy="4754880"/>
          </a:xfrm>
          <a:prstGeom prst="roundRect">
            <a:avLst>
              <a:gd name="adj" fmla="val 1905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14264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Reproduction Cycle Diagram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01000" y="1783080"/>
            <a:ext cx="35661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notebook: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5-step cycle as a CIRCLE with arrows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Small drawing + 1-sentence description for each step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Question response (3 vocab words)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Evidence argument: 'Flowers are just pretty'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(Practiced: Slides 9–11)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13.02  ·  Flowering Plant Reproduction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Reflect + Closing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Essential Question Response — Write in your science notebook: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9728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flowering plants make the next generation — and how do inherited traits travel with the seeds?"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 using vocab words from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7315200" cy="2560320"/>
          </a:xfrm>
          <a:prstGeom prst="roundRect">
            <a:avLst>
              <a:gd name="adj" fmla="val 285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5915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What to Turn In: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A: All 4 blanks filled in using the word bank.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B: Questions 5, 6, and 7 in complete sentences with vocab.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38144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C: 5-step reproduction cycle as a circle, small drawing + sentence for each step.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785616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Key Question Response: 2–3 sentences, at least 3 vocab words.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133088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Evidence Response: Claim about whether flowers matter + 2 pieces of evidence.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2304288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A1A3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Coming Next: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01000" y="27432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 — Florida Ecosystems Across the Seasons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see how the cycles you've studied — life cycles, reproduction, response pathways — play out across the seasons in Florida ecosystems.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5047488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512064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work today, scientists! See you next time.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13.02  ·  Flowering Plant Reproduction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2026-07-13T20:20:14Z</dcterms:created>
  <dcterms:modified xsi:type="dcterms:W3CDTF">2026-07-13T20:20:14Z</dcterms:modified>
</cp:coreProperties>
</file>