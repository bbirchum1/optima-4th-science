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students. Lesson 1.02 builds on Lesson 1.01 where CER was introduced. Today we reinforce the thinking without heavy formal CER structure every slide. Encourage students to bring their notebooks.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3 minutes to write in their notebooks. Do NOT correct any misconceptions yet. Ask 2-3 students to share. Write key ideas on the board. Ask: 'What makes you say that?' / 'Can you say more?' / 'Does anyone picture something different?'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2-3 predictions. Write them on board. Return to these at the end of the lesson. Ask: 'What made you predict that?' / 'Does anyone have a different prediction?' / 'What evidence would you need to prove or disprove your prediction?'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reviewing cards, ask the discussion question. Wait 30 seconds for think time. Then take responses. Follow-up: 'What specific thing did you observe?' / 'How would you turn that into evidence?' / 'Does anyone see it differently?'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the distinction between hypothesis (educated, testable) and random guess. Ask: 'Why does it need to be testable?' / 'What would you have to do to test it?' / 'How is your hypothesis based on something you already know?'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Science is defined by PROCESS (asking questions + using evidence), not by what lab coat you wear. Ask: 'What would happen if scientists from different fields used different methods?' / 'Can you think of a problem that needs more than one type of scientist?' / 'Does anyone have different evidence about what makes someone a scientist?'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step briefly. Emphasize: it's a CYCLE. Ask: 'Why is asking a good question the most important step?' / 'What would happen to science if everyone kept their discoveries secret?' / 'What makes a question a GOOD scientific question?'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revealing step 3, ask: 'Why is it important to keep EVERYTHING except sunlight the same?' Pause and get predictions. Then: 'What would happen to your results if one plant got more water?' This is the fair-test concept — single variable. Ask: 'What would change your mind about this hypothesis?'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showing tool list, ask students to predict which tool each type of scientist uses. After revealing: 'What evidence from our tool chart supports your prediction?' / 'Did any tool surprise you?' / 'Why might a biologist need more than one tool?'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Scientific argumentation: 'What evidence supports that?' / 'Does anyone have different evidence?' / 'What would change your mind?' For Q1, push students toward the idea that science builds on itself. For Q2, connect to fair testing and single-variable experiments.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 was formally introduced in Lesson 1-01. This is a reinforcement. Guide students through the frame together. Ask: 'How do you know that's the most important step?' / 'What evidence from the steps supports your claim?' / 'How does your reasoning connect the evidence to the claim?'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facts expand students' sense of who can be a scientist. Ask: 'What surprises you about these facts?' / 'How does Ibn al-Haytham's story connect to what we said about sharing results?' / 'Does knowing that kids have done real science change how you think about yourself?'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Crucial for building scientific mindset. Connect to growth mindset. Ask: 'Have you ever discovered something by making a mistake?' / 'Why might scientists be excited about unexpected results?' / 'Does anyone see it differently — are wrong results always valuable?'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question aloud. Have students give a thumbs up/down before revealing the answer. This is NOT graded. For wrong answers, ask: 'What made you choose that?' / 'What from our lesson rules that option out?' / 'Can someone explain why B is correct for question 1?'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assignment requirements. EVERY part was practiced today: Part 1 = Slide 6, Part 2 = Slides 7-8, CER = Slide 11. Students record on their own device. Submit to Canvas assignment for Lesson 1.02.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Revisit the predictions students made in Slide 3. Ask: 'How did your thinking change?' Return to the board ideas. Celebrate accurate predictions. Close by emphasizing: every one of them has been thinking like a scientist today by asking questions and using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Scientist?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0848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Unit 1 · Intro to Science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871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NGSS SEP-1 — Asking Questions &amp; Science Practices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235440" y="411480"/>
            <a:ext cx="2651760" cy="2651760"/>
          </a:xfrm>
          <a:prstGeom prst="ellipse">
            <a:avLst/>
          </a:prstGeom>
          <a:solidFill>
            <a:srgbClr val="162233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0" y="10058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</a:rPr>
              <a:t>🔬</a:t>
            </a:r>
            <a:endParaRPr lang="en-US" sz="68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7406640" cy="1645920"/>
          </a:xfrm>
          <a:prstGeom prst="roundRect">
            <a:avLst>
              <a:gd name="adj" fmla="val 4444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82112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Learning Goals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29584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explain what a scientist is and describe what scientists do.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867912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name at least three types of scientists and what each one studies.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describe the steps of the scientific method and explain why asking questions matters.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956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need: Science notebook   Pencil or pen   Device for video recording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1.02  ·  What is a Scientist?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— Who Is a Scientist?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1430000" cy="347472"/>
          </a:xfrm>
          <a:prstGeom prst="roundRect">
            <a:avLst>
              <a:gd name="adj" fmla="val 23684"/>
            </a:avLst>
          </a:prstGeom>
          <a:solidFill>
            <a:srgbClr val="E09200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 Notice &amp; Wonder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5303520" cy="3474720"/>
          </a:xfrm>
          <a:prstGeom prst="roundRect">
            <a:avLst>
              <a:gd name="adj" fmla="val 210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12527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984248"/>
            <a:ext cx="5084064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"diverse scientists collage biologist geologist astronomer chemist working"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465429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come in all shapes, backgrounds, and workplaces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1143000"/>
            <a:ext cx="5943600" cy="3474720"/>
          </a:xfrm>
          <a:prstGeom prst="roundRect">
            <a:avLst>
              <a:gd name="adj" fmla="val 2105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23444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This...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1609344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you picture a scientist in your head, what do you see? Do you think YOU could be a scientist? Why or why not?"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26480" y="301752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science notebook: Write or draw what a scientist looks like and what scientists do. No filters — write everything that comes to mind!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1.02  ·  What is a Scientist?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— Your Prediction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1371600"/>
          </a:xfrm>
          <a:prstGeom prst="roundRect">
            <a:avLst>
              <a:gd name="adj" fmla="val 5333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Question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1155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"Anyone can be a scientist — but what makes someone think like one? What do ALL scientists have in common, no matter what they study?"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11430000" cy="2194560"/>
          </a:xfrm>
          <a:prstGeom prst="roundRect">
            <a:avLst>
              <a:gd name="adj" fmla="val 3333"/>
            </a:avLst>
          </a:prstGeom>
          <a:solidFill>
            <a:srgbClr val="13204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0428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an Evidence-Based Prediction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679192"/>
            <a:ext cx="109728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 — write in your notebook: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predict that all scientists have in common ___ because ___."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663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Warm-Up Fact: There are more than 50 different types of scientists — from arachnologists (spider scientists) to volcanologists (volcano scientists)!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1.02  ·  What is a Scientist?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— Science Words: Set 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13232"/>
            <a:ext cx="3566160" cy="347472"/>
          </a:xfrm>
          <a:prstGeom prst="roundRect">
            <a:avLst>
              <a:gd name="adj" fmla="val 2105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406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115568"/>
            <a:ext cx="3346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asks questions about the natural world and uses evidence to find answers.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713232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713232"/>
            <a:ext cx="3566160" cy="347472"/>
          </a:xfrm>
          <a:prstGeom prst="roundRect">
            <a:avLst>
              <a:gd name="adj" fmla="val 21053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7406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24528" y="1115568"/>
            <a:ext cx="3346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your senses (sight, hearing, touch, smell, taste) to notice and gather information about the world.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0" y="713232"/>
            <a:ext cx="397764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713232"/>
            <a:ext cx="3977640" cy="347472"/>
          </a:xfrm>
          <a:prstGeom prst="roundRect">
            <a:avLst>
              <a:gd name="adj" fmla="val 21053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74066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1115568"/>
            <a:ext cx="37581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or data collected through observations and experiments to help answer a question.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304288"/>
            <a:ext cx="11430000" cy="2468880"/>
          </a:xfrm>
          <a:prstGeom prst="roundRect">
            <a:avLst>
              <a:gd name="adj" fmla="val 2963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377440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Real Life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2743200"/>
            <a:ext cx="1110081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a time you used observation to figure something out — maybe you noticed storm clouds, or watched how a pet behaved.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you thinking like a scientist? How does your example fit the definitions of "observation" and "evidence"?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1.02  ·  What is a Scientist?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— Science Words: Set 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13232"/>
            <a:ext cx="356616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406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115568"/>
            <a:ext cx="3346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educated guess — based on what you already know — about what will happen. It can be tested!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713232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713232"/>
            <a:ext cx="3566160" cy="347472"/>
          </a:xfrm>
          <a:prstGeom prst="roundRect">
            <a:avLst>
              <a:gd name="adj" fmla="val 21053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7406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24528" y="1115568"/>
            <a:ext cx="334670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designed to gather evidence and answer a scientific question in a fair, controlled way.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0" y="713232"/>
            <a:ext cx="397764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713232"/>
            <a:ext cx="3977640" cy="347472"/>
          </a:xfrm>
          <a:prstGeom prst="roundRect">
            <a:avLst>
              <a:gd name="adj" fmla="val 2105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74066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Method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1115568"/>
            <a:ext cx="375818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process scientists use to ask questions, test ideas, collect evidence, and find answers.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304288"/>
            <a:ext cx="11430000" cy="2468880"/>
          </a:xfrm>
          <a:prstGeom prst="roundRect">
            <a:avLst>
              <a:gd name="adj" fmla="val 2963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377440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Before We Explore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2743200"/>
            <a:ext cx="1110081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hypothesis is an educated guess — not a random one.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 a partner: If you were testing "Do plants grow taller with more sunlight?" — what would your hypothesis be? How is that different from a random guess?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1.02  ·  What is a Scientist?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— What Makes Someone a Scientist?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7132320" cy="3200400"/>
          </a:xfrm>
          <a:prstGeom prst="roundRect">
            <a:avLst>
              <a:gd name="adj" fmla="val 2286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6766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Definition of Scientist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6766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scientist is ANY PERSON who asks questions about the natural world and uses EVIDENCE to find answers.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can be found: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ocean, studying sea creatures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forests, studying plants and animals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observatories, watching stars and planets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mountains, studying rocks and Earth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0" y="713232"/>
            <a:ext cx="4160520" cy="3200400"/>
          </a:xfrm>
          <a:prstGeom prst="roundRect">
            <a:avLst>
              <a:gd name="adj" fmla="val 2286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8046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Scientists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0" y="1170432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Biologist — Studies all living things: animals, plants, bacteria, fungi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Geologist — Studies rocks, minerals, Earth's layers, earthquakes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Meteorologist — Studies weather patterns and how to predict storms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4069080"/>
            <a:ext cx="11430000" cy="2103120"/>
          </a:xfrm>
          <a:prstGeom prst="roundRect">
            <a:avLst>
              <a:gd name="adj" fmla="val 3478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4142232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&amp; Think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4507992"/>
            <a:ext cx="111008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biologist and an astronomer seem totally different — but they BOTH use the same scientific method. How does having the same process help scientists from different fields work together on big problems like climate change?"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1.02  ·  What is a Scientist?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— The Scientific Method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2148840" cy="2926080"/>
          </a:xfrm>
          <a:prstGeom prst="roundRect">
            <a:avLst>
              <a:gd name="adj" fmla="val 3404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Ask a Question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20574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something interesting to investigate. No question = no science!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1760" y="713232"/>
            <a:ext cx="2148840" cy="2926080"/>
          </a:xfrm>
          <a:prstGeom prst="roundRect">
            <a:avLst>
              <a:gd name="adj" fmla="val 3404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822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Make a Hypothesis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1325880"/>
            <a:ext cx="20574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an educated, testable guess based on what you already know.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83480" y="713232"/>
            <a:ext cx="2148840" cy="2926080"/>
          </a:xfrm>
          <a:prstGeom prst="roundRect">
            <a:avLst>
              <a:gd name="adj" fmla="val 3404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822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Test &amp; Experiment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325880"/>
            <a:ext cx="20574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fair test. Keep everything the same EXCEPT what you're testing.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0" y="713232"/>
            <a:ext cx="2148840" cy="2926080"/>
          </a:xfrm>
          <a:prstGeom prst="roundRect">
            <a:avLst>
              <a:gd name="adj" fmla="val 3404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822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Collect Evidence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60920" y="1325880"/>
            <a:ext cx="20574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Measure, record, observe. Write everything — even 'nothing changed' is data!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646920" y="713232"/>
            <a:ext cx="2148840" cy="2926080"/>
          </a:xfrm>
          <a:prstGeom prst="roundRect">
            <a:avLst>
              <a:gd name="adj" fmla="val 3404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0" y="8229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Conclude &amp; Share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92640" y="1325880"/>
            <a:ext cx="20574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conclusions and share results. New questions often start the cycle again!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767328"/>
            <a:ext cx="11430000" cy="1481328"/>
          </a:xfrm>
          <a:prstGeom prst="roundRect">
            <a:avLst>
              <a:gd name="adj" fmla="val 4938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40480"/>
            <a:ext cx="11064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The Scientific Method is NOT a straight line — it's a CYCLE! When conclusions lead to NEW questions, the cycle starts over. The most important step? Asking a good question. No question = no science!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1.02  ·  What is a Scientist?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— Scientific Method in Action: The Plant Study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4114800" cy="3840480"/>
          </a:xfrm>
          <a:prstGeom prst="roundRect">
            <a:avLst>
              <a:gd name="adj" fmla="val 190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3895344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"plant growth experiment sunlight vs dark two plants comparison science"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45902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test: only one variable (sunlight) changes between the two plants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713232"/>
            <a:ext cx="7132320" cy="713232"/>
          </a:xfrm>
          <a:prstGeom prst="roundRect">
            <a:avLst>
              <a:gd name="adj" fmla="val 10256"/>
            </a:avLst>
          </a:prstGeom>
          <a:solidFill>
            <a:srgbClr val="1E2F45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768096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76809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Ask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92240" y="786384"/>
            <a:ext cx="5257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are the plants by the window so much taller?"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517904"/>
            <a:ext cx="7132320" cy="713232"/>
          </a:xfrm>
          <a:prstGeom prst="roundRect">
            <a:avLst>
              <a:gd name="adj" fmla="val 10256"/>
            </a:avLst>
          </a:prstGeom>
          <a:solidFill>
            <a:srgbClr val="1E2F45"/>
          </a:solidFill>
          <a:ln w="19050">
            <a:solidFill>
              <a:srgbClr val="2DC65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57276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5727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Hypothesis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1591056"/>
            <a:ext cx="5257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"Plants near the window grow taller because they get more sunlight."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322576"/>
            <a:ext cx="7132320" cy="713232"/>
          </a:xfrm>
          <a:prstGeom prst="roundRect">
            <a:avLst>
              <a:gd name="adj" fmla="val 10256"/>
            </a:avLst>
          </a:prstGeom>
          <a:solidFill>
            <a:srgbClr val="1E2F45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237744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3774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Experiment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2395728"/>
            <a:ext cx="5257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identical plants — one in sunlight, one in darkness. Same water, same soil, same temp. ONLY sunlight differs.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3127248"/>
            <a:ext cx="7132320" cy="713232"/>
          </a:xfrm>
          <a:prstGeom prst="roundRect">
            <a:avLst>
              <a:gd name="adj" fmla="val 10256"/>
            </a:avLst>
          </a:prstGeom>
          <a:solidFill>
            <a:srgbClr val="1E2F45"/>
          </a:solidFill>
          <a:ln w="19050">
            <a:solidFill>
              <a:srgbClr val="F473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18211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1821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Evidence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3200400"/>
            <a:ext cx="5257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height every day for two weeks. Record everything — even when nothing seems to change!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931920"/>
            <a:ext cx="7132320" cy="713232"/>
          </a:xfrm>
          <a:prstGeom prst="roundRect">
            <a:avLst>
              <a:gd name="adj" fmla="val 10256"/>
            </a:avLst>
          </a:prstGeom>
          <a:solidFill>
            <a:srgbClr val="1E2F45"/>
          </a:solidFill>
          <a:ln w="19050">
            <a:solidFill>
              <a:srgbClr val="0096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3986784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98678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Conclude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4005072"/>
            <a:ext cx="5257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 weeks, compare. If sunny plant is taller, hypothesis supported! Share results with others.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1.02  ·  What is a Scientist?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— Tools Scientists Use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use different tools for different scales of investigation: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6187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Magnifying Glass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small things up close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24328" y="1170432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0048" y="126187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Microscope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70048" y="178308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tiny cells and microbes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74336" y="1170432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0056" y="126187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Equipment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0056" y="178308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and tests substances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24344" y="1170432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70064" y="126187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70064" y="178308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data over time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74352" y="1170432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20072" y="1261872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Telescope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720072" y="1783080"/>
            <a:ext cx="2057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distant stars and planets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3547872"/>
            <a:ext cx="1170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.............. Scientists study ALL different scales .............. Bigger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11430000" cy="1234440"/>
          </a:xfrm>
          <a:prstGeom prst="roundRect">
            <a:avLst>
              <a:gd name="adj" fmla="val 5926"/>
            </a:avLst>
          </a:prstGeom>
          <a:solidFill>
            <a:srgbClr val="13204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416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Before You Look It Up: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370832"/>
            <a:ext cx="10972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predict a geologist would use ___ because ___. This is evidence that scientists choose their tools based on ___."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1.02  ·  What is a Scientist?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4736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REASONING — Think Together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1325880"/>
          </a:xfrm>
          <a:prstGeom prst="roundRect">
            <a:avLst>
              <a:gd name="adj" fmla="val 5517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Frame (use this as a guide):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115568"/>
            <a:ext cx="10972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know ___ because I observed/learned ___. This shows ___."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176272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249424"/>
            <a:ext cx="51572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2615184"/>
            <a:ext cx="5157216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do you think scientists SHARE their results with other scientists? What would happen to science if everyone kept their discoveries secret?"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2176272"/>
            <a:ext cx="5760720" cy="2651760"/>
          </a:xfrm>
          <a:prstGeom prst="roundRect">
            <a:avLst>
              <a:gd name="adj" fmla="val 2759"/>
            </a:avLst>
          </a:prstGeom>
          <a:solidFill>
            <a:srgbClr val="16223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9632" y="2249424"/>
            <a:ext cx="54315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99632" y="2615184"/>
            <a:ext cx="5431536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the plant experiment, why was it important to keep EVERYTHING except sunlight the same? What would happen to your results if one plant got more water?"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1.02  ·  What is a Scientist?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4736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PRACTICE — Evidence-Based Thinking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this reasoning frame with today's content: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70432"/>
            <a:ext cx="356616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CLAIM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329184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most important thing a scientist does?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most important thing a scientist does is..."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this in your notebook.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1170432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1170432"/>
            <a:ext cx="356616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18872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EVIDENCE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51960" y="1572768"/>
            <a:ext cx="329184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step of the scientific method proves this?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the scientific method, step ___ shows that..."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a specific step.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1170432"/>
            <a:ext cx="3977640" cy="3840480"/>
          </a:xfrm>
          <a:prstGeom prst="roundRect">
            <a:avLst>
              <a:gd name="adj" fmla="val 2381"/>
            </a:avLst>
          </a:prstGeom>
          <a:solidFill>
            <a:srgbClr val="7A3200"/>
          </a:solidFill>
          <a:ln w="19050">
            <a:solidFill>
              <a:srgbClr val="B04A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0" y="1170432"/>
            <a:ext cx="3977640" cy="347472"/>
          </a:xfrm>
          <a:prstGeom prst="rect">
            <a:avLst/>
          </a:prstGeom>
          <a:solidFill>
            <a:srgbClr val="B04A00"/>
          </a:solidFill>
          <a:ln w="12700">
            <a:solidFill>
              <a:srgbClr val="B04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1188720"/>
            <a:ext cx="3794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REASONING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01000" y="1572768"/>
            <a:ext cx="3703320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makes sense because without this step, a scientist couldn't..."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check: use observation, hypothesis, experiment, or evidence.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51206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was introduced in Lesson 1.01. Today we reinforce the thinking — you are already scientists!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1.02  ·  What is a Scientist?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ELABORATE — Mind-Blowing Science Facts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 #1: 50+ Types of Scientists!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5029200" cy="2121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more than 50 different types of scientists in the world! From arachnologists (who study spiders) to volcanologists (who study volcanoes) — there's a field of science for almost anything you can imagine investigating!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713232"/>
            <a:ext cx="5943600" cy="2743200"/>
          </a:xfrm>
          <a:prstGeom prst="roundRect">
            <a:avLst>
              <a:gd name="adj" fmla="val 2667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80467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 #2: Ibn al-Haytham — 1,000 Years Ago!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1234440"/>
            <a:ext cx="5577840" cy="2121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method was developed over HUNDREDS of years. Ibn al-Haytham (from modern-day Iraq, 1,000+ years ago) was one of the FIRST to insist ideas must be TESTED with experiments — not just accepted because someone famous said so!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566160"/>
            <a:ext cx="11430000" cy="2286000"/>
          </a:xfrm>
          <a:prstGeom prst="roundRect">
            <a:avLst>
              <a:gd name="adj" fmla="val 3200"/>
            </a:avLst>
          </a:prstGeom>
          <a:solidFill>
            <a:srgbClr val="16223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639312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 — Can Kids Be Scientists?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4005072"/>
            <a:ext cx="1110081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Wilson built a working nuclear fusion reactor in his parents' garage at age 14. Emily Rosa published a scientific study in a major medical journal when she was only 11!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a lab coat or fancy lab — you just need curiosity, careful observation, and the willingness to ask 'why?'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1.02  ·  What is a Scientist?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ELABORATE — What If Your Hypothesis Is Wrong?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508406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"Post-it notes invention accidental discovery 3M sticky notes history"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48646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Post-It Notes: discovered by scientists trying to make super-strong glue!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0" y="713232"/>
            <a:ext cx="5943600" cy="4114800"/>
          </a:xfrm>
          <a:prstGeom prst="roundRect">
            <a:avLst>
              <a:gd name="adj" fmla="val 1778"/>
            </a:avLst>
          </a:prstGeom>
          <a:solidFill>
            <a:srgbClr val="1E2F45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80467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Results = Progress!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234440"/>
            <a:ext cx="5577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something surprising: scientists are actually EXCITED when their hypothesis is wrong!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A 'wrong' result is still a result. It tells scientists something TRUE about the world.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trying to invent super-strong glue accidentally invented the pressure-sensitive adhesive used on Post-It Notes!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wrong and learning from it is not failure in science. It's PROGRESS.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4956048"/>
            <a:ext cx="11430000" cy="1280160"/>
          </a:xfrm>
          <a:prstGeom prst="roundRect">
            <a:avLst>
              <a:gd name="adj" fmla="val 5714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5029200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" y="5394960"/>
            <a:ext cx="111008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knowing that wrong results are valuable change how you feel about making mistakes in science? How is science different from a test in school?"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1.02  ·  What is a Scientist?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— Let's See What Sticks!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1783080"/>
          </a:xfrm>
          <a:prstGeom prst="roundRect">
            <a:avLst>
              <a:gd name="adj" fmla="val 4103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86384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Which BEST describes what a scientist does?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Wears a white lab coat and works only in a laboratory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53619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Asks questions about the natural world and uses evidence to find answers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88366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Only studies very small things like bacteria and cells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33472"/>
            <a:ext cx="11430000" cy="1783080"/>
          </a:xfrm>
          <a:prstGeom prst="roundRect">
            <a:avLst>
              <a:gd name="adj" fmla="val 4103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06624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is a hypothesis?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An educated guess based on what you already know that can be tested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45643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The final answer to a scientific question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80390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 random guess with no reasoning behind 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553712"/>
            <a:ext cx="11430000" cy="1783080"/>
          </a:xfrm>
          <a:prstGeom prst="roundRect">
            <a:avLst>
              <a:gd name="adj" fmla="val 4103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626864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Maria loves studying earthquakes and rock layers. What type of scientist is she?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5029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Biologist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5376672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Meteorologist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724144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Geologist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1.02  ·  What is a Scientist?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— Show What You Know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5486400" cy="5394960"/>
          </a:xfrm>
          <a:prstGeom prst="roundRect">
            <a:avLst>
              <a:gd name="adj" fmla="val 1356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Assignment — Two Parts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512064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What is a Scientist?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Define 'scientist' in your OWN words (not the definition)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 at least 2 vocab words from the word wall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Explain it naturally, like talking to a friend!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Your Science Identity!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What type of science is most interesting to YOU?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What are you most curious about? Animals? Space? Weather?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What questions do you want to answer this year?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1-2 minutes total. No script needed!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713232"/>
            <a:ext cx="5806440" cy="5394960"/>
          </a:xfrm>
          <a:prstGeom prst="roundRect">
            <a:avLst>
              <a:gd name="adj" fmla="val 1356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804672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Response (Written)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188720"/>
            <a:ext cx="544068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What is the most important thing a scientist does?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— Start: 'The most important thing a scientist does is...'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— Start: 'In the scientific method, step ___ shows that...'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— Start: 'This makes sense because without this step, a scientist couldn't...'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check: Use at least one of: observation, hypothesis, experiment, evidence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Pt 1 = Slide 6 | Video Pt 2 = Slides 7-8 | CER = Slide 11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1.02  ·  What is a Scientist?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Reflect + Closing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Essential Question Response — Write in your science notebook: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9728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"Anyone can be a scientist — but what makes someone think like one? What do ALL scientists have in common, no matter what they study?"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 using vocab words from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7315200" cy="2560320"/>
          </a:xfrm>
          <a:prstGeom prst="roundRect">
            <a:avLst>
              <a:gd name="adj" fmla="val 285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5915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What to Turn In: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Video Part 1: Defined 'scientist' in own words using 2+ vocab words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Video Part 2: Named a science topic of interest and explained WHY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38144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CER Written Response: Claim, evidence from sci. method, reasoning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785616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Video uploaded and submitted in Canvas Lesson 1.02 assignment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63840" y="2304288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A1A3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Coming Next: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01000" y="27432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2.01 — Meet Our Earth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Earth's Rotation, Revolution &amp; Seasons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discover why you're moving at 67,000 mph right now!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5047488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512064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work today, scientists! See you next time.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1.02  ·  What is a Scientist?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2026-07-13T19:45:04Z</dcterms:created>
  <dcterms:modified xsi:type="dcterms:W3CDTF">2026-07-13T19:45:04Z</dcterms:modified>
</cp:coreProperties>
</file>