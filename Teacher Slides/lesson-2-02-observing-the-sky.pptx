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lesson connects Earth's rotation (Lesson 2.01) to the practical use of sky patterns for navigation. CER: use evidence frames 'I know ___ because ___. This shows ___.' No formal CER labels unless student assignment uses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3 minutes to draw and think. Ask 2-3 students to share. Write ideas on board: sun, stars, birds, water color, etc. Don't confirm or correct yet. Ask: 'What makes you say that?' / 'Has anyone been somewhere with no cell service? How did you navigate?' / 'Does anyone have a different idea?'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predictions on board. Return at end of lesson. Ask: 'What makes you think the sun would help?' / 'What could a bird tell you about land?' / 'Does anyone have a different prediction?' Polynesian fact hooks curiosity about multiple types of clues.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vocabulary to students' lived experience first. After discussion: 'What makes you say that?' / 'Can you say more about what kind of clue you mean?' / 'Does anyone have a different clue idea?' Save specific answers — you'll reveal the 3 types of clues in Slide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students already know the sun rises in the east — they just don't know they know it. Prediction gets them to articulate it. Ask: 'What evidence from your OWN life supports your prediction?' / 'What have you personally observed about where the sun is at different times of day?' / 'Does anyone see it differently?'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CONCEPT: The sun's pattern is reliable because of Earth's rotation (Lesson 2.01). Ask: 'Why does the sun appear to move from east to west?' (Earth spins eastward, so sun appears to go west.) Ask: 'The pattern I notice in the sky is ___ which tells me that ___' / 'Does anyone have evidence that contradicts this pattern?'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PREDICTIONS FIRST before revealing the three shadow boxes. Then reveal one at a time. Mind-Blow: At noon on a sunny day, YOUR shadow is pointing almost exactly north right now! Ask: 'Does this match your prediction?' / 'What would change your mind about whether noon shadows always point north?' / 'How is this like a ruler measuring direction?'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PREDICTION FIRST — 'which type is the FIRST sign?' before revealing cards. Real-world connection: On Oct 11, 1492, Columbus's sailors spotted floating green weeds and a branch with berries — water clues! The next morning they saw land. Ask: 'Which clue would you use first?' / 'Does anyone have different evidence about which comes first?' / 'What would change your mind?'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explorer's day step by step. Ask: 'Why is using MULTIPLE clues better than relying on just one?' / 'Have you ever used more than one clue to figure something out?' / 'The explorer used clues from sky, water, AND smell. Which combination would give the most reliable evidence of land?'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Scientific argumentation: 'What evidence supports that?' / 'Does anyone have different evidence?' / 'What would change your mind?' Q2 connects explicitly back to Lesson 2.01 — reinforce that the sun doesn't move, Earth rotates. Ask: 'Early explorers didn't know Earth rotated. But their observations were still right. How can an observation be correct even if your explanation is wrong?'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EXACT CER question from the assignment. Practicing it here means students will have an easier time writing it independently. Guide through it together first. Ask: 'How does the evidence from sky observations connect to Earth's rotation from Lesson 2.01?' / 'What reasoning step connects them?'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connects to the lesson's theme of using multiple clues. Ask: 'Which of the four wayfinding clues connects most to what we learned today?' / 'How is memorizing 200 stars similar to or different from using a map?' / 'What surprises you most about this?'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graded. Thumbs up/down before revealing. For Q1: connect back to Lesson 2.01 — Earth rotates eastward, so sun appears to go west. For Q3: practice using proximity in a sentence. Ask: 'Can you use proximity in a sentence about something in YOUR life?'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requirements. Every part was practiced: Step 2 = Slide 6, Step 3 = Slide 8, CER = Slide 11, reflection questions = Slides 9+10. Submit photo, typed, or video to Canvas.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 to board predictions from Slide 3. Ask: 'How did your thinking change?' Celebrate accurate predictions. Ask students to share their evidence frame responses: 'I know ___ because ___. This shows ___.'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85800"/>
            <a:ext cx="8503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Observing the Sky: Nature's Compass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208483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Unit 2 · Patterns in the Sky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487168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1-ESS1-1 — Patterns in the Sky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235440" y="411480"/>
            <a:ext cx="2651760" cy="2651760"/>
          </a:xfrm>
          <a:prstGeom prst="ellipse">
            <a:avLst/>
          </a:prstGeom>
          <a:solidFill>
            <a:srgbClr val="162233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0" y="10058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dirty="0">
                <a:solidFill>
                  <a:srgbClr val="000000"/>
                </a:solidFill>
              </a:rPr>
              <a:t>🔬</a:t>
            </a:r>
            <a:endParaRPr lang="en-US" sz="6800" dirty="0"/>
          </a:p>
        </p:txBody>
      </p:sp>
      <p:sp>
        <p:nvSpPr>
          <p:cNvPr id="9" name="Shape 7"/>
          <p:cNvSpPr/>
          <p:nvPr/>
        </p:nvSpPr>
        <p:spPr>
          <a:xfrm>
            <a:off x="548640" y="3127248"/>
            <a:ext cx="7406640" cy="1645920"/>
          </a:xfrm>
          <a:prstGeom prst="roundRect">
            <a:avLst>
              <a:gd name="adj" fmla="val 4444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182112"/>
            <a:ext cx="7132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Learning Goals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529584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describe how the sun's position in the sky changes from morning to noon to evening.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867912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identify natural clues that early explorers used to determine proximity to land.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206240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explain why observing patterns in the sky was important for navigation.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956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need: Science notebook   Colored pencils   Labels worksheet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2.02  ·  Observing the Sky: Nature's Compass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— Lost at Sea: No GPS, No Maps, No Phone!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11430000" cy="347472"/>
          </a:xfrm>
          <a:prstGeom prst="roundRect">
            <a:avLst>
              <a:gd name="adj" fmla="val 23684"/>
            </a:avLst>
          </a:prstGeom>
          <a:solidFill>
            <a:srgbClr val="E09200"/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85800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👀  Notice &amp; Wonder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5303520" cy="3840480"/>
          </a:xfrm>
          <a:prstGeom prst="roundRect">
            <a:avLst>
              <a:gd name="adj" fmla="val 1905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125272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984248"/>
            <a:ext cx="5084064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"sailing ship ocean open sea historical explorer 15th century"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502005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explorer at sea — no maps, no GPS, just the sky above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0" y="1143000"/>
            <a:ext cx="5943600" cy="3840480"/>
          </a:xfrm>
          <a:prstGeom prst="roundRect">
            <a:avLst>
              <a:gd name="adj" fmla="val 1905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234440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This...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1609344"/>
            <a:ext cx="55778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on a big ship, sailing across the wide ocean. There are NO maps, NO phones, and NO GPS.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quick picture in your science notebook of what you see — sky, water, and anything else you might notice.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3337560"/>
            <a:ext cx="55778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a partner: Without any technology, how would you know which direction you're going? What clues from nature might help you find your way?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2.02  ·  Observing the Sky: Nature's Compass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— Your Prediction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1371600"/>
          </a:xfrm>
          <a:prstGeom prst="roundRect">
            <a:avLst>
              <a:gd name="adj" fmla="val 5333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1155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did early explorers use natural clues and the sun's position to navigate and determine their proximity to land?"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12848"/>
            <a:ext cx="7132320" cy="3291840"/>
          </a:xfrm>
          <a:prstGeom prst="roundRect">
            <a:avLst>
              <a:gd name="adj" fmla="val 2222"/>
            </a:avLst>
          </a:prstGeom>
          <a:solidFill>
            <a:srgbClr val="13204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04288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an Evidence-Based Prediction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679192"/>
            <a:ext cx="676656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 your notebook: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predict that early explorers used the sun by ___.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predict they could tell they were near land because ___."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680960" y="2212848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0" y="23042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Mind-Blowing Fact!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63840" y="2670048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Ancient Polynesian sailors navigated across more than 2,000 miles of open ocean — with NO maps or instruments! They read stars, ocean waves, wind direction, and bird behavior to find tiny islands in the Pacific.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5" name="Text 13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2.02  ·  Observing the Sky: Nature's Compass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— Navigation Words: Set 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13232"/>
            <a:ext cx="3566160" cy="347472"/>
          </a:xfrm>
          <a:prstGeom prst="roundRect">
            <a:avLst>
              <a:gd name="adj" fmla="val 2105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4066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115568"/>
            <a:ext cx="33467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of being near or close to something in distance or time.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0" y="713232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2DC65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713232"/>
            <a:ext cx="3566160" cy="347472"/>
          </a:xfrm>
          <a:prstGeom prst="roundRect">
            <a:avLst>
              <a:gd name="adj" fmla="val 21053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74066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24528" y="1115568"/>
            <a:ext cx="33467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planning and following a path to get from one place to another.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863840" y="713232"/>
            <a:ext cx="397764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FB70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713232"/>
            <a:ext cx="3977640" cy="347472"/>
          </a:xfrm>
          <a:prstGeom prst="roundRect">
            <a:avLst>
              <a:gd name="adj" fmla="val 21053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74066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73568" y="1115568"/>
            <a:ext cx="375818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in the distance where the sky appears to meet the land or sea.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304288"/>
            <a:ext cx="11430000" cy="2468880"/>
          </a:xfrm>
          <a:prstGeom prst="roundRect">
            <a:avLst>
              <a:gd name="adj" fmla="val 2963"/>
            </a:avLst>
          </a:prstGeom>
          <a:solidFill>
            <a:srgbClr val="162233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377440"/>
            <a:ext cx="11100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Real Life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2743200"/>
            <a:ext cx="1110081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 ever been driving somewhere and your phone said you were "5 minutes away" from your destination?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proximity! Early explorers had no phones — but they used CLUES to estimate their proximity to land.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to a partner: What kind of clue might tell an explorer they were getting close to shore?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2.02  ·  Observing the Sky: Nature's Compass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— Navigation Words: Set 2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473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13232"/>
            <a:ext cx="3566160" cy="347472"/>
          </a:xfrm>
          <a:prstGeom prst="roundRect">
            <a:avLst>
              <a:gd name="adj" fmla="val 21053"/>
            </a:avLst>
          </a:prstGeom>
          <a:solidFill>
            <a:srgbClr val="F4736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4066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115568"/>
            <a:ext cx="33467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your senses to carefully notice and gather information about the world around you.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0" y="713232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713232"/>
            <a:ext cx="3566160" cy="347472"/>
          </a:xfrm>
          <a:prstGeom prst="roundRect">
            <a:avLst>
              <a:gd name="adj" fmla="val 2105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74066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24528" y="1115568"/>
            <a:ext cx="33467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that happens in a regular, predictable way that can be expected to repeat.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863840" y="713232"/>
            <a:ext cx="397764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2DC65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713232"/>
            <a:ext cx="3977640" cy="347472"/>
          </a:xfrm>
          <a:prstGeom prst="roundRect">
            <a:avLst>
              <a:gd name="adj" fmla="val 21053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74066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 Directions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73568" y="1115568"/>
            <a:ext cx="375818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main directions on a compass: North, South, East, and West.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304288"/>
            <a:ext cx="11430000" cy="2468880"/>
          </a:xfrm>
          <a:prstGeom prst="roundRect">
            <a:avLst>
              <a:gd name="adj" fmla="val 2963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377440"/>
            <a:ext cx="11100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Pattern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2743200"/>
            <a:ext cx="1110081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sun follows a PATTERN — the same reliable path across the sky every day."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learn the details: What pattern do you already know about the sun? Write: "I predict the sun's pattern is ___ because I have observed ___."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2.02  ·  Observing the Sky: Nature's Compass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— The Sun's Daily Pattern: A Giant Compass in the Sky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6858000" cy="4389120"/>
          </a:xfrm>
          <a:prstGeom prst="roundRect">
            <a:avLst>
              <a:gd name="adj" fmla="val 1667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54480"/>
            <a:ext cx="6638544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"sun position east west sunrise noon sunset path diagram cardinal directions shadow"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5138928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sun follows the same pattern every single day — east to west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06640" y="713232"/>
            <a:ext cx="4754880" cy="4389120"/>
          </a:xfrm>
          <a:prstGeom prst="roundRect">
            <a:avLst>
              <a:gd name="adj" fmla="val 1667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0" y="80467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Explorers Knew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89520" y="1207008"/>
            <a:ext cx="43891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SUNRISE = East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sun always rises in the east. Once an explorer saw sunrise, they knew east — and could figure out all four cardinal directions!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NOON = Highest Point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sun is at its very highest, your shadow is shortest — and points NORTH! A free daily compass check.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SUNSET = West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sun always sets in the west, confirming direction as the day ends.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This pattern NEVER changes — that's what made it reliable!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2.02  ·  Observing the Sky: Nature's Compass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— Shadows: Your Built-In Compass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Before the Reveal: How does shadow LENGTH and DIRECTION change throughout the day?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11430000" cy="1097280"/>
          </a:xfrm>
          <a:prstGeom prst="roundRect">
            <a:avLst>
              <a:gd name="adj" fmla="val 6667"/>
            </a:avLst>
          </a:prstGeom>
          <a:solidFill>
            <a:srgbClr val="132040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25880"/>
            <a:ext cx="109728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predict that at noon, my shadow will be ___ because ___. This is evidence that ___."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487168"/>
            <a:ext cx="3657600" cy="3520440"/>
          </a:xfrm>
          <a:prstGeom prst="roundRect">
            <a:avLst>
              <a:gd name="adj" fmla="val 2078"/>
            </a:avLst>
          </a:prstGeom>
          <a:solidFill>
            <a:srgbClr val="1E2F45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7860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7:00 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LONG shadow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822192"/>
            <a:ext cx="347472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West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(Sun is in the East)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97680" y="2487168"/>
            <a:ext cx="3657600" cy="3520440"/>
          </a:xfrm>
          <a:prstGeom prst="roundRect">
            <a:avLst>
              <a:gd name="adj" fmla="val 2078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257860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 PM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0" y="30632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shadow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day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0" y="3822192"/>
            <a:ext cx="347472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points NORTH!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compass check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0" y="2487168"/>
            <a:ext cx="3657600" cy="3520440"/>
          </a:xfrm>
          <a:prstGeom prst="roundRect">
            <a:avLst>
              <a:gd name="adj" fmla="val 2078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57860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5:00 PM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21040" y="30632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LONG shadow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(other direction)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21040" y="3822192"/>
            <a:ext cx="347472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East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(Sun is in the West)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2.02  ·  Observing the Sky: Nature's Compass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— Three Types of Clues That Land Is Near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learn these — which type of clue do you predict would be the FIRST sign? Write: 'I predict ___ because ___.'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5331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 CLUES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121408"/>
            <a:ext cx="3474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birds that don't fly far from shore spotted in the sky! Small birds depend on land to survive — seeing them means land is CLOSE.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Certain clouds hover over hidden islands.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261872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35331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CLUES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0" y="17556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Color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389120" y="2121408"/>
            <a:ext cx="3474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ocean water = dark blue.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changing to green = shallow water near land!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Floating seaweed or driftwood carried from nearby shores.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261872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35331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 CLUES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21040" y="17556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Smell &amp; Sound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321040" y="2121408"/>
            <a:ext cx="3474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smell of plants or soil carried on the breeze — your NOSE can detect land before your EYES can!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Sounds of waves breaking on shore.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9" name="Text 17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2.02  ·  Observing the Sky: Nature's Compass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— An Explorer's Day: Using the Sky from Dawn to Dusk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2697480" cy="5349240"/>
          </a:xfrm>
          <a:prstGeom prst="roundRect">
            <a:avLst>
              <a:gd name="adj" fmla="val 2712"/>
            </a:avLst>
          </a:prstGeom>
          <a:solidFill>
            <a:srgbClr val="1E2F45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0467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Sunrise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682496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the East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084832"/>
            <a:ext cx="251460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sun above the horizon. When it appears — EAST is known. All four cardinal directions are now set!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713232"/>
            <a:ext cx="2697480" cy="5349240"/>
          </a:xfrm>
          <a:prstGeom prst="roundRect">
            <a:avLst>
              <a:gd name="adj" fmla="val 2712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80467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Mid-Morning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20700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Birds!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37560" y="1682496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Sky Clues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2084832"/>
            <a:ext cx="251460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horizon. Small land birds? Direction of flight = clue to where land is. Note the direction!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2200" y="713232"/>
            <a:ext cx="2697480" cy="5349240"/>
          </a:xfrm>
          <a:prstGeom prst="roundRect">
            <a:avLst>
              <a:gd name="adj" fmla="val 2712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80467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120700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Points North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63640" y="1682496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Check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63640" y="2084832"/>
            <a:ext cx="251460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at highest = shortest shadow. Shadow points NORTH. Compare to ship heading. Also check water color changing to green.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98280" y="713232"/>
            <a:ext cx="2697480" cy="5349240"/>
          </a:xfrm>
          <a:prstGeom prst="roundRect">
            <a:avLst>
              <a:gd name="adj" fmla="val 2712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9720" y="80467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89720" y="120700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Sunset = West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89720" y="1682496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Direction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89720" y="2084832"/>
            <a:ext cx="251460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sets in the west. Confirms heading. Crew smells soil/plants on the breeze — proximity to land increasing!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6" name="Text 2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2.02  ·  Observing the Sky: Nature's Compass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4736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REASONING — Think Like an Explorer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1188720"/>
          </a:xfrm>
          <a:prstGeom prst="roundRect">
            <a:avLst>
              <a:gd name="adj" fmla="val 6154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77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Frame: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10972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know ___ because I observed/learned ___. This shows ___."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029968"/>
            <a:ext cx="5486400" cy="2834640"/>
          </a:xfrm>
          <a:prstGeom prst="roundRect">
            <a:avLst>
              <a:gd name="adj" fmla="val 2581"/>
            </a:avLst>
          </a:prstGeom>
          <a:solidFill>
            <a:srgbClr val="162233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103120"/>
            <a:ext cx="51572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— Multiple Clues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" y="2468880"/>
            <a:ext cx="515721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explorer in our story used clues from sky, water, AND smell. Why is using MULTIPLE clues better than relying on just one?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know ___ because I observed ___. This shows ___."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2029968"/>
            <a:ext cx="5760720" cy="2834640"/>
          </a:xfrm>
          <a:prstGeom prst="roundRect">
            <a:avLst>
              <a:gd name="adj" fmla="val 2581"/>
            </a:avLst>
          </a:prstGeom>
          <a:solidFill>
            <a:srgbClr val="16223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9632" y="2103120"/>
            <a:ext cx="5431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— Connect to Rotation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99632" y="2468880"/>
            <a:ext cx="543153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does the sun appear to move across the sky each day? (Hint: think back to Lesson 2.01.)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know the sun appears to move because ___. This connects to Earth's rotation by ___."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5" name="Text 13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2.02  ·  Observing the Sky: Nature's Compass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4736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 PRACTICE — Sky Patterns and Navigation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CER — Practice it now!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0A3D8F"/>
          </a:solidFill>
          <a:ln w="19050">
            <a:solidFill>
              <a:srgbClr val="1A5F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70432"/>
            <a:ext cx="3566160" cy="347472"/>
          </a:xfrm>
          <a:prstGeom prst="rect">
            <a:avLst/>
          </a:prstGeom>
          <a:solidFill>
            <a:srgbClr val="1A5FBD"/>
          </a:solidFill>
          <a:ln w="12700">
            <a:solidFill>
              <a:srgbClr val="1A5F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CLAIM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3291840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does the sun appear to move across the sky each day?"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sun appears to move across the sky because..."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 your notebook.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0" y="1170432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145C35"/>
          </a:solidFill>
          <a:ln w="19050">
            <a:solidFill>
              <a:srgbClr val="228B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1170432"/>
            <a:ext cx="3566160" cy="347472"/>
          </a:xfrm>
          <a:prstGeom prst="rect">
            <a:avLst/>
          </a:prstGeom>
          <a:solidFill>
            <a:srgbClr val="228B50"/>
          </a:solidFill>
          <a:ln w="12700">
            <a:solidFill>
              <a:srgbClr val="228B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18872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 EVIDENCE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51960" y="1572768"/>
            <a:ext cx="3291840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day, I can observe that the sun rises in the ___ and sets in the ___"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pattern did we observe about shadow direction at noon?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63840" y="1170432"/>
            <a:ext cx="3977640" cy="3840480"/>
          </a:xfrm>
          <a:prstGeom prst="roundRect">
            <a:avLst>
              <a:gd name="adj" fmla="val 2381"/>
            </a:avLst>
          </a:prstGeom>
          <a:solidFill>
            <a:srgbClr val="7A3200"/>
          </a:solidFill>
          <a:ln w="19050">
            <a:solidFill>
              <a:srgbClr val="B04A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0" y="1170432"/>
            <a:ext cx="3977640" cy="347472"/>
          </a:xfrm>
          <a:prstGeom prst="rect">
            <a:avLst/>
          </a:prstGeom>
          <a:solidFill>
            <a:srgbClr val="B04A00"/>
          </a:solidFill>
          <a:ln w="12700">
            <a:solidFill>
              <a:srgbClr val="B04A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0" y="1188720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 REASONING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01000" y="1572768"/>
            <a:ext cx="3703320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makes sense because as Earth rotates, the side facing the sun..."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check: Use rotation, pattern, observation, sunrise, or sunset.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51206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CER response you'll submit with your assignment. Practice it here first!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2.02  ·  Observing the Sky: Nature's Compass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ELABORATE — The Greatest Ocean Navigators: Polynesian Wayfinders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5303520" cy="5029200"/>
          </a:xfrm>
          <a:prstGeom prst="roundRect">
            <a:avLst>
              <a:gd name="adj" fmla="val 1455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54480"/>
            <a:ext cx="5084064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"Polynesian wayfinding traditional canoe Pacific ocean navigation stars"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577900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Polynesian wayfinders used stars, waves, birds, and clouds to navigate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0" y="713232"/>
            <a:ext cx="5943600" cy="5029200"/>
          </a:xfrm>
          <a:prstGeom prst="roundRect">
            <a:avLst>
              <a:gd name="adj" fmla="val 1455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804672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 of Wayfinding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1207008"/>
            <a:ext cx="55778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Ancient Polynesian sailors were the greatest ocean navigators in history. They sailed canoes across the Pacific Ocean — the world's largest ocean — to settle islands thousands of miles apart.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SECRET — the art of wayfinding: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Memorized the rising/setting positions of 200+ stars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Read wave patterns with their bodies to feel ocean currents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Watched how seabirds behaved at different distances from land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Noticed how clouds smelled differently near islands!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knowledge was passed from teacher to student for thousands of years — NO written instructions. Today, modern wayfinders are reviving this ancient art and proving it works as well as GPS!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2.02  ·  Observing the Sky: Nature's Compass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— Let's See What Sticks!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1783080"/>
          </a:xfrm>
          <a:prstGeom prst="roundRect">
            <a:avLst>
              <a:gd name="adj" fmla="val 4103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86384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Where does the sun rise each morning?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In the west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536192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In the east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Directly overhead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633472"/>
            <a:ext cx="11430000" cy="1783080"/>
          </a:xfrm>
          <a:prstGeom prst="roundRect">
            <a:avLst>
              <a:gd name="adj" fmla="val 4103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06624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Which clue told early explorers they were probably close to land?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1089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Seeing small birds that don't fly far from shore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456432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The sky turning purple at night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803904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The water getting deeper and darker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553712"/>
            <a:ext cx="11430000" cy="1783080"/>
          </a:xfrm>
          <a:prstGeom prst="roundRect">
            <a:avLst>
              <a:gd name="adj" fmla="val 4103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626864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does the word 'proximity' mean?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50292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 tool used to find north and south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5376672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 pattern that repeats in the sky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5724144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Being near or close to something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2.02  ·  Observing the Sky: Nature's Compass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— Show What You Know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5486400" cy="5394960"/>
          </a:xfrm>
          <a:prstGeom prst="roundRect">
            <a:avLst>
              <a:gd name="adj" fmla="val 1356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Work — 4 Steps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5120640" cy="4864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Update Table of Contents: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'Page ___: Nature's Navigational Tools'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Draw the Sun's Path: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 'The Sun Moves from East to West'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Draw arc (like a rainbow)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Label: Sunrise (East), Noon, Sunset (West)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Arrows along arc showing direction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Short noon shadow pointing north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Clues That Land Is Near: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4 clues with a small drawing next to each: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Birds (don't fly far from land)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Clouds (hover over islands)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Water color (blue to green)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Seaweed or driftwood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Reflect and Write: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3 questions in complete sentences using vocab words.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35040" y="713232"/>
            <a:ext cx="5806440" cy="5394960"/>
          </a:xfrm>
          <a:prstGeom prst="roundRect">
            <a:avLst>
              <a:gd name="adj" fmla="val 1356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804672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 Response (Written)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1207008"/>
            <a:ext cx="5440680" cy="4864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Why does the sun appear to move across the sky each day?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— 'The sun appears to move across the sky because...'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— 'Every day, I can observe that the sun rises in the ___ and sets in the ___'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— 'This makes sense because as Earth rotates, the side facing the sun...'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check: Use rotation, pattern, observation, sunrise, or sunset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Practiced 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= Slide 6 | Step 3 = Slide 8 | CER = Slide 11 | Reflect Qs = Slides 9+10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2" name="Text 10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2.02  ·  Observing the Sky: Nature's Compass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Reflect + Closing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Essential Question Response — Write in your science notebook: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1097280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did early explorers use natural clues and the sun's position to navigate and determine their proximity to land?"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2–3 sentences using vocab words from today.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04288"/>
            <a:ext cx="7315200" cy="2560320"/>
          </a:xfrm>
          <a:prstGeom prst="roundRect">
            <a:avLst>
              <a:gd name="adj" fmla="val 2857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5915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What to Turn In: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Table of Contents updated with new page entry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Step 2 — Sun's Path: Arc with labeled E/noon/W, arrows, noon shadow pointing north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438144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Step 3 — Clues List: All 4 clues with small drawing next to each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785616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Step 4 — 3 reflect questions answered in complete sentences with vocab words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133088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CER Response: Claim about sun movement, sky observations as evidence, Earth's rotation as reasoning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63840" y="2304288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1A1A3A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23591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 Coming Next: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01000" y="274320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3.01 — Meet the Moon!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moon change shape every night? Discover the 8 phases of the lunar cycle!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5047488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512064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work today, scientists! See you next time.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2.02  ·  Observing the Sky: Nature's Compass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2026-07-13T19:50:10Z</dcterms:created>
  <dcterms:modified xsi:type="dcterms:W3CDTF">2026-07-13T19:50:10Z</dcterms:modified>
</cp:coreProperties>
</file>