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students learn the four-step response pathway. They will trace it in Florida animals and use it to explain how different sense organs pick up different kinds of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 minutes to write their list. Cold-call 2–3 students. Most will say 'I heard it, I turned.' Push: 'What happened BETWEEN hearing and turning? There's at least one more step.' This sets up the four-step pathway. Facilitation: 'Could you have turned if your eyes were blocked? Your ears were blocked?'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big question aloud. Have students write the 4-step pathway in their notebooks and circle the step they predict is most important. Return to this prediction at the end. Evidence-based predictions: 'What evidence in the warm-up made you choose that step?'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students to match warm-up steps to vocab words. Most will have skipped 'signal' and 'brain' — they jump from 'heard it' to 'turned.' Facilitation: 'Can you have a response without a brain? What would happen?' Point out: the brain is the step that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Ask students to copy the four steps into their notebooks as a flow diagram with arrows. Key facilitation: 'What's the difference between a signal and a stimulus?' (Signal travels INSIDE the body from sense organ to brain; stimulus is OUTSIDE in the world.) Variables question: 'What's changing? What stays the same across different animals?'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trace the pathway in their notebooks. Cold-call: 'What was the stimulus? The sense organ? The brain's decision? The response?' Facilitation: 'Could the raccoon have responded if its ears were blocked? What would change?' This tests understanding of each step's necessity. Facilitation: 'Is freezing a response? Or just… nothing?'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reviewing the senses, ask: 'Why do different animals need different sense organs? What does that tell you about where they live?' Introduce variables: 'If we changed the sense organ, what would change about the stimulus it can pick up? What would stay the same about the rest of the pathway?'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sea turtle (magnetic sense) and cottonmouth (heat sensing) are the two non-human senses. Ask: 'If you had heat-sensing pits instead of eyes, how would YOUR four-step pathway change?' Investigation design: 'What's changing between each animal's pathway? What's staying the same?'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predictions before revealing. Evidence-based prediction: 'What clue in the scenario tells you which sense organ the heron used?' After predictions: cold-call, then reveal. Key: the stimulus is 'fish swims into view' (visual) not 'fish exists' — the stimulus must be something the animal can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first sentence of each panel. Students complete in notebooks. Key facilitation: 'What would happen if a sense organ just fired off random responses without a brain deciding? Could that work?' Pair-share before whole-class debrief. Check: reasoning should explain the CONNECTION between evidence and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complete all 3 CER panels. Circulate. Ask: 'Can you name all 4 steps of the pathway for the sea turtle? What's the stimulus? What's the sense organ?' Full CER required — check that all 3 panels are filled. Facilitation: 'If you skip the REASONING panel, you haven't finished the argument.'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time, ask: 'Does the plant example prove that the brain is necessary for EVERY response? Or just the animal-style response pathway?' This is a great critical thinking prompt. Plants can respond but don't have Step 3 — that changes the nature of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answers first, then reveal. For Q2: 'Trick: is the ear twisting a response or a sense organ action?' The TWIST is a response — a new action triggered by the original stimulus. The ear itself is the sense organ. This nuance shows deep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part. Remind students: Part C scenarios must include ALL four labels and arrows showing the ORDER. Key question response needs 3 vocabulary words. The evidence argument is the CER they practiced on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Return to the opening prediction — 'Which step did you think was most important? Do you still think that, or did today change your mind?' Exit ticket: 'Write the 4-step pathway for one animal you'd find in YOUR neighborhood.'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the World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Week 12  ·  Life Science  ·  4-LS1-2 / SC.4.L.16.3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4-LS1-2 — Use a model to describe that animals receive different types of information through their senses, process the information in their brain, and respond.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the four steps animals use to notice and react to the world.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match an animal's senses to the kind of information they pick up.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a Florida animal example to identify stimulus, sense organ, brain, and response.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📓 Science notebook   ✏️ Colored pencils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Warm-Up: A Sudden Sound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286000"/>
          </a:xfrm>
          <a:prstGeom prst="roundRect">
            <a:avLst>
              <a:gd name="adj" fmla="val 32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this: you're walking through a Florida pine forest.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Suddenly — SNAP! A twig breaks behind you. Without thinking, you spin around to look.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notebook, list what happened in your body, IN ORDER. Try to break it into at least 3 steps. Start with the sound. End with you turning around.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182112"/>
            <a:ext cx="1143000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182112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8444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didn't plan to turn around. So how did your body decide that fast? What had to happen between the sound and the turn?"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169664"/>
            <a:ext cx="11430000" cy="1920240"/>
          </a:xfrm>
          <a:prstGeom prst="roundRect">
            <a:avLst>
              <a:gd name="adj" fmla="val 381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427939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71830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5010912"/>
            <a:ext cx="112105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pine forest twig snap sound animal response human"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61264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 in the forest — and your body reacts before you even decide 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Our Big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animals notice what's happening around them — and decide what to do about it?"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542032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9689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animal — including you — has a FOUR-STEP PATHWAY that turns information from the world into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 →  Sense Organ  →  Brain  →  Response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4224528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7939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Which step do you think is most important? Write your prediction in your notebook — we'll revisit it at the end of class.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 — Set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in the world that an animal can notice — a sound, a smell, a flash of light, a touch. The stimulus STARTS the response pathway.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Organ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body part that picks up information from the world. Eyes, ears, noses, tongues, and skin are all sense organs.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of an animal that takes in information from the senses, decides what it means, and tells the body what to do.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1284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40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261518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animal DOES after its brain decides — running, freezing, jumping, eating, hiding, calling out.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221284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221284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240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24528" y="261518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message that travels from a sense organ to the brain. Signals carry the information your senses pick up.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212848"/>
            <a:ext cx="347472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212848"/>
            <a:ext cx="347472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240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615184"/>
            <a:ext cx="32552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an animal learns from the world — like the smell of a predator, the sight of food, or the sound of a splash.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675888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74904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Quick Discussion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" y="4114800"/>
            <a:ext cx="11100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back to the SNAP in the forest. Match each step of your list to a vocab word: stimulus, sense organ, brain, response. Which step did you SKIP in your first sketch?"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The Four-Step Pathway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animal response follows the same four steps — in order: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happens in the world — a sound, a smell, a flash of light, a touch. This STARTS everything.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44368" y="26517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07008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618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1920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212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ORGAN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596896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body part picks up the stimulus. Eyes pick up light. Ears pick up sound. Nose picks up smell. Skin picks up touch.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24728" y="26517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07008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618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920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2212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596896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takes in the signal, figures out what it MEANS, and decides what to do. This is the processing step.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05088" y="26517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06840" y="1207008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12618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🏃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006840" y="1920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98280" y="2212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98280" y="2596896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 acts — runs, freezes, dives, calls out, hides. The whole pathway can happen in a fraction of a second.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349240"/>
            <a:ext cx="11430000" cy="749808"/>
          </a:xfrm>
          <a:prstGeom prst="roundRect">
            <a:avLst>
              <a:gd name="adj" fmla="val 9756"/>
            </a:avLst>
          </a:prstGeom>
          <a:solidFill>
            <a:srgbClr val="1A0A0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Misconception: Some people think the brain is the only part that 'knows' things. But the SENSE ORGANS pick up information first — no sense organ, no signal. No signal, no response.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Four-Step Diagram: Alligator Hears a Splash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36576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112105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"alligator sense pathway four step diagram stimulus splash sense organ ear signal brain response swimming toward sound Florida"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443984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 to right: stimulus → sense organ → signal to brain → response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4572000"/>
            <a:ext cx="11430000" cy="685800"/>
          </a:xfrm>
          <a:prstGeom prst="roundRect">
            <a:avLst>
              <a:gd name="adj" fmla="val 10667"/>
            </a:avLst>
          </a:prstGeom>
          <a:solidFill>
            <a:srgbClr val="1A3A1A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2686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Key Concept: Every animal response is a four-step pathway: stimulus → sense organ → brain → response. Skip a step, and the animal can't react.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5376672"/>
            <a:ext cx="11430000" cy="1170432"/>
          </a:xfrm>
          <a:prstGeom prst="roundRect">
            <a:avLst>
              <a:gd name="adj" fmla="val 625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5449824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Stop &amp; Reason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5815584"/>
            <a:ext cx="1110081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scientist watches a Florida raccoon freeze when it hears a barking dog. Walk through the four steps — what was the stimulus? Which sense organ? What did the brain decide? What was the response?"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Part 2 — Different Senses for Different Information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don't all pick up the same kind of information: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Eyes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LIGHT — vision.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 eagle spots fish from 200 ft 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207008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261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  Ears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6276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SOUND + VIBRATION.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0" y="19751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panther hears a deer's rustle from far away.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207008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261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👃  Nose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16276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SMELL — chemical signals.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92440" y="197510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Loggerhead turtle smells its way back across the ocean.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64408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192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👅  Tongue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685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TASTE — chemicals in food or air.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03250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Snakes 'taste' the air to track prey.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3264408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3192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🖐️  Skin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6850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TOUCH, temperature, and pain.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72200" y="4032504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Manatees feel water pressure changes through whiskers.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248656"/>
            <a:ext cx="11430000" cy="749808"/>
          </a:xfrm>
          <a:prstGeom prst="roundRect">
            <a:avLst>
              <a:gd name="adj" fmla="val 9756"/>
            </a:avLst>
          </a:prstGeom>
          <a:solidFill>
            <a:srgbClr val="162233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Amazing Florida Fact: A Florida shark can detect the HEARTBEAT of a hiding fish using tiny pores on its snout that pick up electrical signals in the water. That's a sense we don't even have a name for in human language!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Four Florida Animals — Tracing the Pathway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412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Turtle Hatchling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Stimulus: Earth's magnetic field (direction)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organ: Magnetic sense in skin/body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Swims toward ocean after hatching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0080" y="2249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26883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980944"/>
            <a:ext cx="499262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"sea turtle hatchling Florida sense organ stimulus response pathway"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749808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8412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841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Panther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1887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Stimulus: Tiny rustle of a deer in underbrush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14996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organ: Rotating ears (hearing)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18105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Freezes, then stalks toward sound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2139696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583680" y="2249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26883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01968" y="2980944"/>
            <a:ext cx="499262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panther Florida sense organ stimulus response pathway"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49300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930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Manatee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Stimulus: Boat vibrations through water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15137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organ: Sensitive whisker-like hairs on skin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4622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Moves away from danger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791456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40080" y="49011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" y="53400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" y="5632704"/>
            <a:ext cx="499262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"manatee Florida sense organ stimulus response pathway"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3401568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349300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4930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Cottonmouth Snake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38404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Stimulus: Body heat of a nearby mouse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92240" y="415137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organ: Heat-sensing pits near nose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92240" y="44622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Strikes toward the heat source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92240" y="4791456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6583680" y="49011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583680" y="53400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01968" y="5632704"/>
            <a:ext cx="499262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"cottonmouth snake Florida sense organ stimulus response pathway"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5943600"/>
            <a:ext cx="11430000" cy="749808"/>
          </a:xfrm>
          <a:prstGeom prst="roundRect">
            <a:avLst>
              <a:gd name="adj" fmla="val 975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6016752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Observe &amp; Reason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" y="6382512"/>
            <a:ext cx="1110081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 of the four animals use senses that humans don't have (or barely use). Which two? What does each of those senses pick up?"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9" name="Text 4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Predict: Great Blue Heron's Four Steps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great blue heron is standing still in shallow water. Suddenly a small fish swims into view. The heron freezes, then strikes — its sharp beak grabs the fish.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trace the pathway — write your prediction in your notebook: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the world that the heron could notice?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871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ORGAN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8346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sense organ picked it up? (Think about how a heron hunts — it's a tall bird with sharp eyes.)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4231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4871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brain decide? Write one sentence using the word 'information' or 'signal'.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24231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24871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2834640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heron actually do?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CER Practice — Animals Need Brains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Question: "A classmate says 'Animals just react — they don't need a brain. Their senses do all the work.' Do you agree?"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347472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2004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disagree. Animals DO need a brain — senses alone can't decide what to do with information.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 claim that animals need a brain because..."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664208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664208"/>
            <a:ext cx="347472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68249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066544"/>
            <a:ext cx="32004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today's lesson: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four-step pathway has the brain as Step 3 — between sense organ and response.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Different animals' brains make different decisions from similar stimuli (raccoon freezes, shark strikes).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"I know this because..."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1664208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664208"/>
            <a:ext cx="347472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68249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066544"/>
            <a:ext cx="320040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sense organ only PICKS UP information — it doesn't DECIDE what to do. The brain is needed to interpret the signal and choose a response.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 "This evidence supports my claim because..."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5486400"/>
            <a:ext cx="11430000" cy="1060704"/>
          </a:xfrm>
          <a:prstGeom prst="roundRect">
            <a:avLst>
              <a:gd name="adj" fmla="val 6897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5559552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Pair &amp; Share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5925312"/>
            <a:ext cx="1110081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a partner: does your reasoning explain WHY the evidence supports the claim? Or does it just repeat the evidence? Those are different things."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Your Turn — Sea Turtle's Secret Sense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E2F45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Question: "Loggerhead sea turtles swim 8,000 miles round-trip and return to almost the exact beach where they hatched. Is this evidence that their sense of Earth's magnetic field is a stimulus-response pathway?"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361188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CLAIM: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"Yes, this IS / is NOT a pathway because..."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'stimulus' in your claim.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66420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664208"/>
            <a:ext cx="361188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06654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stimulus does the turtle pick up?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sense organ?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response?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 know this because..."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664208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664208"/>
            <a:ext cx="361188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2066544"/>
            <a:ext cx="3337560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dots: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does the evidence support your claim?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step of the pathway does the brain handle?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"This shows that..."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89788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A1A2A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Florida connection: Loggerhead sea turtles hatch on Florida beaches and swim across the Atlantic Ocean — sometimes 8,000 miles — and return to almost the exact same beach years later. Scientists think they use Earth's magnetic field like a built-in compass.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Elaborate — Mind-Blow + Go Deeper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Amazing Florida Fact — The Shark's Sixth Sense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Florida shark can detect the heartbeat of a hiding fish using tiny pores (the ampullae of Lorenzini) on its snout that pick up ELECTRICAL SIGNALS in the water. That's a sense we don't even have a name for in human language. The pathway: electrical pulses (stimulus) → pores on snout (sense organ) → brain (process) → shark swims toward the hidden fish (response).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70048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62233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24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Go Deeper: How Fast Is the Pathway?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72384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person: sound → ear → brain → turn can happen in under 1/4 of a second. For an alligator snapping at prey: even faster. That's why animals don't need to THINK through every step — the pathway runs automatically, like a finely tuned machine. Scientists call this 'reflex arc' when no conscious decision is needed.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670048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724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Do Plants Have Senses?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3072384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don't have sense organs or brains — but they DO respond to things. Sunflower heads turn toward the sun. Roots grow toward water. Vines reach for things they can climb. These are reactions, not brain-based responses. Plants notice the world too — just in a much SLOWER way, and without Step 3 (brain).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Self-Check — Not Graded!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06040"/>
          </a:xfrm>
          <a:prstGeom prst="roundRect">
            <a:avLst>
              <a:gd name="adj" fmla="val 280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Put the four steps of an animal's response in the right order.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Brain → response → sense organ → stimulus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Sense organ → stimulus → response → brain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Stimulus → sense organ → brain → 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Something happens (stimulus), a sense organ catches it, the brain decides, and the animal acts. The pathway always flows in this direction.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84448"/>
            <a:ext cx="11430000" cy="2606040"/>
          </a:xfrm>
          <a:prstGeom prst="roundRect">
            <a:avLst>
              <a:gd name="adj" fmla="val 280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3931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A Florida panther's ear suddenly twists toward a rustling sound. The rustling is the…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5137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Response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988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Stimulus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Sense organ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93792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rustling is what started everything — that's the STIMULUS. The ear is the sense organ. The twist of the ear is the response.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Assignment Preview — Show What You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502920"/>
          </a:xfrm>
          <a:prstGeom prst="roundRect">
            <a:avLst>
              <a:gd name="adj" fmla="val 14545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was practiced in class today — you're ready!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Match the Word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Stimulus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Sense organ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4 blanks.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(Practiced: Slides 4–5)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426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78308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Trace a Florida animal's pathway: stimulus → sense organ → brain → response (Slide 8)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is the brain step important? What if it couldn't process? (Slide 5)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fish in dark water — which other sense organs would help it survive? (Slide 7)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1371600"/>
            <a:ext cx="3840480" cy="4754880"/>
          </a:xfrm>
          <a:prstGeom prst="roundRect">
            <a:avLst>
              <a:gd name="adj" fmla="val 1905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4264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Your Animal Scenario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1783080"/>
            <a:ext cx="3566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 a Florida animal scenario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all 4 steps clearly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 arrows showing order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PLUS: Key Question response (3 vocab words)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argument: 'Animals don't need a brain'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(Practiced: Slides 9–11)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animals notice what's happening around them — and decide what to do about it?"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A: All 4 blanks filled in using the word bank.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B: Questions 5, 6, and 7 in complete sentences with vocab.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C: A Florida animal scenario with all 4 steps labeled and arrows.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Key Question Response: 2–3 sentences, at least 3 vocab words.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33088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Evidence Response: Claim about whether animals need brains + 2 pieces of evidence.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12.02 — Model: From Senses to Brain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 two full response pathway models for two different Florida animals — and compare them side by side to see what the same four steps look like in two different lives.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12.01  ·  Sensing the World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2026-07-13T20:20:10Z</dcterms:created>
  <dcterms:modified xsi:type="dcterms:W3CDTF">2026-07-13T20:20:10Z</dcterms:modified>
</cp:coreProperties>
</file>