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arc: phenomenon (hurricane) → vocab → how events change land/ecosystems/people → CER Stage 2 (claim + evidence).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 min to write notices/wonders and prediction. Cold-call 3-4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lesson we add Reasoning: WHY does your evidence support your claim?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What is one thing you now know? What do you still wonder?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of Change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natural events change Earth's land, ecosystems, and communities?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4-ESS3-1 | 4-ESS3-2 — Natural hazards and human impacts on Earth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describe how natural events change land, ecosystems, and human communities.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identify patterns in natural hazard data to predict future effects.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write a claim + evidence about how a specific event changed an ecosystem.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Phenomenon: Hurricane Makes Landfall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7955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27048"/>
            <a:ext cx="572414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"hurricane aerial view Florida coastline before after satellite"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5157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satellite view of a Florida coast after a major hurricane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92240" y="6858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74980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What do you notice?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1115568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 at the image. In your notebook, write: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things you NOTICE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things you WONDER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324612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31012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6576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the land changed because ___ because I notice ___."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natural events shape Earth's land, ecosystems, and human communities — and what patterns can we find?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 "I predict the answer is ___ because ___."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Forces of Change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event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occurrence in nature that changes Earth's surface or ecosystems.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event or condition that poses a risk to life, property, or ecosystems.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caused by something else — the result of a cause.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living things in an area and the nonliving things they depend 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something happens — what triggers a change.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leave a dangerous area quickly for safety.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Natural Events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6537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winds, storm surge, flooding — reshape coastlines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749808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8412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🌊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43400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86537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overflow — deposit sediment, damage communities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749808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8412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🌋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1481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186537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 and ash — destroy and eventually create new land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015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65760" y="4041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42569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flames — clear vegetation, change soil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3310128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4015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⛰️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343400" y="4041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442569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shaking — trigger landslides, reshape terrain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310128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4015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🏜️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321040" y="4041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4425696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dry periods — stress ecosystems, dry up water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Events Change the LAND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029200" cy="530352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480974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after wildfire forest erosion satellite image"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6053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change: before vs. after a wildfire or flood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13232"/>
            <a:ext cx="6217920" cy="5303520"/>
          </a:xfrm>
          <a:prstGeom prst="roundRect">
            <a:avLst>
              <a:gd name="adj" fmla="val 1379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7772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Science: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1887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deposit sediment — building up riverbeds and plains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066544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Volcanoes create new land — lava cools into rock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94436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Hurricanes erode beaches and barrier islands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2219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strip vegetation — leaving soil exposed to erosion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4700016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crack and shift ground — altering drainage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Events Change ECOSYSTEMS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Habitat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 lose shelter and food sources. Populations decline or move.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713232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822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38912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Opportunity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9659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fires or floods, pioneer species move in. Biodiversity can recover.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713232"/>
            <a:ext cx="3749040" cy="4937760"/>
          </a:xfrm>
          <a:prstGeom prst="roundRect">
            <a:avLst>
              <a:gd name="adj" fmla="val 195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822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2104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Food Web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19659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lost means consumers lose food. Cascading effects up the chain.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Events Affect HUMAN COMMUNITIES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303520"/>
          </a:xfrm>
          <a:prstGeom prst="roundRect">
            <a:avLst>
              <a:gd name="adj" fmla="val 1379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"hurricane Ian Fort Myers aerial damage homes flooding 2022"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60533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Ian damage to homes and roads, Fort Myers FL 2022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Effects: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14300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must evacuate  Roads and buildings damaged  Power and water disrupted  Food and medical shortages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0" y="3246120"/>
            <a:ext cx="5943600" cy="2788920"/>
          </a:xfrm>
          <a:prstGeom prst="roundRect">
            <a:avLst>
              <a:gd name="adj" fmla="val 262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310128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Effects: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675888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takes years  Ecosystems take decades to recover  Communities may relocate  New policies and engineering solutions needed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and Effect: Finding Patterns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384048"/>
          </a:xfrm>
          <a:prstGeom prst="roundRect">
            <a:avLst>
              <a:gd name="adj" fmla="val 19048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in your science notebook: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39496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EVENT (Cause)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188720"/>
            <a:ext cx="557784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216152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on Land, Ecosystems, People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7373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8288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 fill in)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27432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83464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 fill 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37490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8404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 fill in)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463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Volcanic eruption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47548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48463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(students fill in)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Looking for Patterns in Natural Hazards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658368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8696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636422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"Atlantic hurricane tracks map historical paths NOAA"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84301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hurricane track map — NOAA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0" y="777240"/>
            <a:ext cx="4663440" cy="5029200"/>
          </a:xfrm>
          <a:prstGeom prst="roundRect">
            <a:avLst>
              <a:gd name="adj" fmla="val 156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841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do you see?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129844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direction do hurricanes travel?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225856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areas get hit most often?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321868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time of year is most dangerous?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4178808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does this data help people prepare?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Discussion: Justify Your Thinking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86384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52144"/>
            <a:ext cx="11100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hurricane hit a Florida beach town. Scientists found: 50% of beach sand was washed away, 3 species of nesting birds lost habitat, and 2,000 people evacuated. Which effect is MOST serious — land, ecosystem, or community? Justify with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1430000" cy="1325880"/>
          </a:xfrm>
          <a:prstGeom prst="roundRect">
            <a:avLst>
              <a:gd name="adj" fmla="val 551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9864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Respond to a Classmate: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8269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agree/disagree with ___ because the evidence shows ___."  "I want to add to what ___ said — another piece of evidence is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Revisable Model: Before / During / After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notebook, draw a 3-panel model. Label causes, effects, and mark any questions with a '?'.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007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event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(sketch here)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27632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7007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event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212848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(sketch here)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627632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007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event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212848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(sketch here)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Add EVIDENCE to support your claim. Reasoning comes later!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27632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5120640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[natural event] changed [land/ecosystem/community] by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"I claim that Hurricane Ian changed the Florida coastline by eroding beach sand and destroying barrier islands."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627632"/>
            <a:ext cx="5852160" cy="4434840"/>
          </a:xfrm>
          <a:prstGeom prst="roundRect">
            <a:avLst>
              <a:gd name="adj" fmla="val 206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627632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459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029968"/>
            <a:ext cx="5577840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 pieces of evidence from today's lesson: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"The data shows..."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"According to the cause-effect chart..."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come from observations, data, or text — NOT just your opinion!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CER: Coming Next — Reasoning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claim that [natural event] changed [place] by ___.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1: The data shows...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2: The cause-effect chart shows...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1A1A2A"/>
          </a:solidFill>
          <a:ln w="19050">
            <a:solidFill>
              <a:srgbClr val="3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841248"/>
            <a:ext cx="3566160" cy="516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REASONING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wildfire burns through a forest. Which is an EFFECT on the ecosystem?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Animals gain new food sources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Soil is exposed to erosion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water cycle speeds up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New volcanoes form nearby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natural event is most likely to affect a Florida coastal community?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Earthquake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Volcanic eruption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Hurricane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Blizzard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natural events shape Earth's land, ecosystems, and human communities?"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Notice &amp; Wonder + evidence-based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Cause &amp; Effect T-chart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Before / During / After model (notebook)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(notebook)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17-02: Engineering Building for Safety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17-01  ·  Forces of Change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2026-07-14T00:26:51Z</dcterms:created>
  <dcterms:modified xsi:type="dcterms:W3CDTF">2026-07-14T00:26:51Z</dcterms:modified>
</cp:coreProperties>
</file>