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geologists! Today we find out WHY rocks look so different from each other — and discover that a rock you pick up could have been through 7 or 8 different transformations over billions of years! Ask: Have you ever noticed rocks look different — some sparkly, some layered, some smooth?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sketch freely. After 5 min, share a few. Ask: 'What do you notice looks different between rocks you've seen? Sparkly? Layered? Smooth? Rough?' These observations set up the 3 rock types. Tell students: real geologists start exactly the same way — looking closely and asking questions!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3-4 predictions. Most students will guess color, where rocks come from, or what they're made of. Guide toward: 'Could it be WHAT HAPPENED to the rock that makes it look different?' Facilitation: 'What evidence would change your mind?' Target: formation process determines rock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prediction: 'Was it HOW the rock formed that makes it look different?' Yes! Each type forms in a completely different process. Ask: 'If limestone can become marble, and marble can melt and become igneous rock — what does that tell you about whether rocks are permanent?' Target: rocks are always changing!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rock cycle connects all 3 rock types — remind students they'll see this in detail in the Explore section. Ask: 'If a rock is currently 4 billion years old and has been through the rock cycle multiple times, what does that tell us about what that original rock looked like?' Target: it's been completely transformed — unrecognizable from its original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out: sedimentary is the ONLY type with always-visible layers because it builds up layer by layer from settling sediment. Ask: 'If you found a rock with visible wavy bands that are shiny, which type would you guess? What evidence points to that?' Target: metamorphic — wavy bands + shiny = metamorphic texture.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Prediction before reveal: 'I predict the rock that cooled the fastest will have ___ crystals because ___.' Then reveal. Ask: 'How could you use crystal size to figure out WHERE a rock formed — at the surface or deep underground?' Target: big crystals = deep underground (slow cooling); tiny/no crystals = surface (fast cooling).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Prediction before diagram: 'I predict that ___ rock type turns into ___ first in the cycle because ___.' Then walk through the cycle. Ask: 'The rock cycle has no beginning and no end. A piece of granite you pick up today might have once been sedimentary rock, and before that, a different igneous rock. How does that change how you think about rocks?' Facilitation: What evidence from the cycle supports that?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predictions after revealing. Ask: 'What does the formation ZONE tell you about the properties of each rock type?' Target: surface (sedimentary) = layers from settling; deep (metamorphic) = no melting but transformed; deepest (igneous) = melted then hardened. Each zone creates a different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Facilitation moves:
• 'What specific evidence would you look for first?'
• 'Does anyone have different evidence they would use?'
• 'What would change your mind about which type it is?'
This directly prepares students for the Part A rock hunt in the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Facilitation:
• 'What evidence supports the claim that fossils can only form in sedimentary rock?'
• 'If you found a fossil in a rock, what does that prove about what TYPE of rock it is?'
• 'What would change your mind about whether a rock is igneous or metamorphic?'
This connects to last lesson's fossil discussion!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'A diamond is a mineral, not a rock. Based on what you've learned today, what's the difference between a mineral and a rock?' Target: mineral = one specific material; rock = usually a mixture of minerals. Then: 'What type of rock does granite belong to, and what do its minerals tell you about HOW it formed?'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graded. After Q2 — connect to last lesson's fossil discussion. Ask: 'Why can't igneous or metamorphic rocks have fossils? Use evidence from today.' After Q3 — ask: 'If the rock cycle has no beginning and no end, what does that mean for the rocks you picked up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part. Emphasize that the rock hunt clues were all practiced in slides 6, 7, 10. The rock cycle diagram directly mirrors slide 8. Part C Q1 connects to fossil discussion from this lesson AND last lesson. Q2 (diamond) requires applying the mineral vs. rock distinction from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warm-up sketches. Ask: 'How is your thinking about rocks different now? Did the lesson confirm or change your prediction from the beginning?' Close: 'The rock you found today might be 500 million years old and on its 5th trip through the rock cycle. You're holding a piece of Earth's entire history in your hand!'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Rock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Amazing Materials — Igneous · Sedimentary · Metamorphic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4-ESS1-1 — Earth's Changing Surface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identify and describe how igneous, sedimentary, and metamorphic rocks form.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classify rocks by observing characteristics like color, texture, and special features.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how rocks slowly change from one type to another through the rock cycle.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📓 Science notebook   🖍️ Colored pencils   🪨 3 rocks (for assignment)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6.01  ·  Types of Rock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ENGAGE — Notice &amp; Wonder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669280" cy="4434840"/>
          </a:xfrm>
          <a:prstGeom prst="roundRect">
            <a:avLst>
              <a:gd name="adj" fmla="val 1649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544982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"three rocks igneous granite sedimentary sandstone metamorphic marble side by side comparison"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22122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rocks — all made of minerals, but completely different. Why?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749808"/>
            <a:ext cx="5577840" cy="347472"/>
          </a:xfrm>
          <a:prstGeom prst="roundRect">
            <a:avLst>
              <a:gd name="adj" fmla="val 23684"/>
            </a:avLst>
          </a:prstGeom>
          <a:solidFill>
            <a:srgbClr val="E09200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74980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Notice &amp; Wonder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261872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science notebook, pick up a rock — or picture one in your mind. Draw a quick sketch of what it looks like on the OUTSIDE and what you imagine might be going on INSIDE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273552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34670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Question: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712464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rocks look so solid and permanent, how could they possibly change into completely different TYPES of rock over millions or even billions of years?"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6.01  ·  Types of Rock: Earth's Amazing Materials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ENGAGE — Make a Prediction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1261872"/>
          </a:xfrm>
          <a:prstGeom prst="roundRect">
            <a:avLst>
              <a:gd name="adj" fmla="val 5797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rocks are made of minerals — natural solid materials like quartz or feldspar. But if they're ALL made of minerals, why do rocks look so DIFFERENT from each other? What might explain the differences?"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76272"/>
            <a:ext cx="11430000" cy="2057400"/>
          </a:xfrm>
          <a:prstGeom prst="roundRect">
            <a:avLst>
              <a:gd name="adj" fmla="val 3556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249424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Evidence-Based Prediction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615184"/>
            <a:ext cx="1110081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rocks look different because ___.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I would need to confirm this is ___."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370832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0A152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48056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The answer comes down to HOW each rock formed — we'll discover this together!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6.01  ·  Types of Rock: Earth's Amazing Materials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VOCABULARY — Rock Type Words (Set 1)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Igneous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rock that forms when melted rock (magma or lava) cools and hardens. Born from fire!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Sedimentary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6168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rock that forms from layers of sediment (sand, mud, shells) pressed and cemented together over millions of years.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Metamorphic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rock that forms when existing rock is changed by intense heat and pressure deep underground — without melting!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11430000" cy="1828800"/>
          </a:xfrm>
          <a:prstGeom prst="roundRect">
            <a:avLst>
              <a:gd name="adj" fmla="val 4000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774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Difference: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761488"/>
            <a:ext cx="10972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minerals can form very DIFFERENT rocks depending on conditions!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Limestone (sedimentary) → heated under pressure → becomes marble (metamorphic)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Marble melted deep underground → becomes magma → cools into igneous rock!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butter, toast, and croutons — same starting material, totally different results depending on what you do to it!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11430000" cy="1508760"/>
          </a:xfrm>
          <a:prstGeom prst="roundRect">
            <a:avLst>
              <a:gd name="adj" fmla="val 4848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" y="431596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" y="5047488"/>
            <a:ext cx="112105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"granite igneous sandstone sedimentary marble metamorphic rock samples labeled comparison"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5751576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very different rocks — all made of minerals, but formed in completely different ways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6.01  ·  Types of Rock: Earth's Amazing Materials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VOCABULARY — Rock Cycle Words (Set 2)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natural, non-living solid material that makes up rocks. Quartz and feldspar are common minerals found in granite.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E092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E09200"/>
          </a:solidFill>
          <a:ln w="12700">
            <a:solidFill>
              <a:srgbClr val="E09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6168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pieces of rock, sand, mud, or shell that are carried by water or wind and settle in layers at the bottom.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Cycle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ongoing process by which rocks slowly change from one type to another over millions of years.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11430000" cy="3383280"/>
          </a:xfrm>
          <a:prstGeom prst="roundRect">
            <a:avLst>
              <a:gd name="adj" fmla="val 2162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774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🤯  Mind-Blowing Fact: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761488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known rock on Earth is about 4.28 BILLION years old! It was discovered in Canada (the Nuvvuagittuq belt) and is nearly as old as Earth itself.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4,280,000,000 years — and you can hold rocks almost as old in the palm of your hand!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00507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Bonus: Diamonds are minerals that form ~100 miles underground under crushing pressure and temperatures over 2,000°F! They've been growing for over a BILLION years before volcanic eruptions bring them to the surface.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6.01  ·  Types of Rock: Earth's Amazing Materials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EXPLORE — The Three Rock Types Up Close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046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🌋 IGNEOUS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33856"/>
            <a:ext cx="33832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from FIRE!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when melted rock (magma underground, lava at surface) cools and hardens.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Texture: crystals or glassy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No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Fossils: No (too hot!)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Granite (slow cooling — big crystals)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Basalt (fast cooling — tiny crystals)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Obsidian (instant cooling — glassy!)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749808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8046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E09200"/>
          </a:solidFill>
          <a:ln w="12700">
            <a:solidFill>
              <a:srgbClr val="E09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8046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🏜️ SEDIMENTARY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0" y="1133856"/>
            <a:ext cx="33832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LAYERS!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from compressed sediment (sand, mud, shells) over millions of years.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Texture: grainy, layered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Yes! Always visible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Fossils: Yes! (only sedimentary has fossils)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Sandstone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Limestone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749808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02168" y="80467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1A8C3A"/>
          </a:solidFill>
          <a:ln w="12700">
            <a:solidFill>
              <a:srgbClr val="1A8C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8046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⛰️ METAMORPHIC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75320" y="1133856"/>
            <a:ext cx="33832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by NATURE!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when existing rock transforms under intense heat and pressure DEEP underground — without melting!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Texture: wavy bands, shiny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Sometimes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Fossils: Destroyed by heat!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Marble (was limestone)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Slate (was shale)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736592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92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do you notice? Which rock type is the ONLY one that always has visible layers? What does that tell you about how it formed?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6.01  ·  Types of Rock: Earth's Amazing Materials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EXPLORE — Crystal Size Tells the Story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658368"/>
          </a:xfrm>
          <a:prstGeom prst="roundRect">
            <a:avLst>
              <a:gd name="adj" fmla="val 1111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IGNEOUS rocks: How fast did the lava/magma cool? Crystal size is the evidence!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3657600" cy="3657600"/>
          </a:xfrm>
          <a:prstGeom prst="roundRect">
            <a:avLst>
              <a:gd name="adj" fmla="val 2000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09344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093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Cools in SECONDS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crystals form — smooth and glassy like a black mirror!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749040"/>
            <a:ext cx="3429000" cy="1261872"/>
          </a:xfrm>
          <a:prstGeom prst="roundRect">
            <a:avLst>
              <a:gd name="adj" fmla="val 5797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94360" y="38587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" y="429768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" y="4590288"/>
            <a:ext cx="3209544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"obsidian rock sample close up igneous crystal texture"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504748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Obsidian: Glassy crystals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43400" y="1554480"/>
            <a:ext cx="3657600" cy="3657600"/>
          </a:xfrm>
          <a:prstGeom prst="roundRect">
            <a:avLst>
              <a:gd name="adj" fmla="val 2000"/>
            </a:avLst>
          </a:prstGeom>
          <a:solidFill>
            <a:srgbClr val="1E2F45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1609344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6093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0" y="19659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Cools in DAYS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242316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crystals — too small to see with the naked eye. Dark grey.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3749040"/>
            <a:ext cx="3429000" cy="1261872"/>
          </a:xfrm>
          <a:prstGeom prst="roundRect">
            <a:avLst>
              <a:gd name="adj" fmla="val 5797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572000" y="38587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0" y="429768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90288" y="4590288"/>
            <a:ext cx="3209544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"basalt rock sample close up igneous crystal texture"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80560" y="504748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Basalt: Fine crystals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321040" y="1554480"/>
            <a:ext cx="3657600" cy="3657600"/>
          </a:xfrm>
          <a:prstGeom prst="roundRect">
            <a:avLst>
              <a:gd name="adj" fmla="val 200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66760" y="1609344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16093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58200" y="19659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Cools over MILLIONS of years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58200" y="242316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crystals you can see! Speckled pink, grey, and black.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58200" y="3749040"/>
            <a:ext cx="3429000" cy="1261872"/>
          </a:xfrm>
          <a:prstGeom prst="roundRect">
            <a:avLst>
              <a:gd name="adj" fmla="val 5797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8549640" y="38587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549640" y="429768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67928" y="4590288"/>
            <a:ext cx="3209544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"granite rock sample close up igneous crystal texture"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458200" y="504748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Granite: Coarse crystals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5230368"/>
            <a:ext cx="11430000" cy="804672"/>
          </a:xfrm>
          <a:prstGeom prst="roundRect">
            <a:avLst>
              <a:gd name="adj" fmla="val 9091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394960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SLOWER cooling = BIGGER crystals   ←→   FASTER cooling = SMALLER or NO crystals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40" name="Text 3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6.01  ·  Types of Rock: Earth's Amazing Materials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EXPLORE — The Rock Cycle: All Connected!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7132320" cy="4983480"/>
          </a:xfrm>
          <a:prstGeom prst="roundRect">
            <a:avLst>
              <a:gd name="adj" fmla="val 1468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6912864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"rock cycle diagram igneous sedimentary metamorphic arrows weathering erosion melting cooling labeled"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76986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rock cycle — any rock type can transform into any other given enough time and the right conditions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680960" y="749808"/>
            <a:ext cx="4206240" cy="4983480"/>
          </a:xfrm>
          <a:prstGeom prst="roundRect">
            <a:avLst>
              <a:gd name="adj" fmla="val 1739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Steps in the Cycle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8120" y="12984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Weathering &amp; Erosion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18120" y="168249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 at the surface break into sediment.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18120" y="2377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Sedimentation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18120" y="276148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Sediment settles in layers → compaction → SEDIMENTARY rock.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18120" y="3456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Heat &amp; Pressure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18120" y="38404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rock transforms (no melting!) → METAMORPHIC rock.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18120" y="45354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Melting &amp; Cooling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18120" y="491947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rock melts → magma → cools → IGNEOUS rock. Cycle restarts!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80960" y="507492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0A152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5193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rock today might be on its 7th trip around the cycle!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6.01  ·  Types of Rock: Earth's Amazing Materials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DIAGRAM — Earth's Rock Formation Zones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Evidence-Based Prediction FIRST: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33856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igneous rock forms ___ because ___. I predict sedimentary rock forms ___ because ___."  Write it — then check!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7772400" cy="4041648"/>
          </a:xfrm>
          <a:prstGeom prst="roundRect">
            <a:avLst>
              <a:gd name="adj" fmla="val 181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560320"/>
            <a:ext cx="7552944" cy="2990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"Earth cross section diagram rock formation zones surface sedimentary layers deep underground metamorphic magma chamber igneous labeled"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579729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rock type forms — surface, underground, and deep in the magma chamber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321040" y="1719072"/>
            <a:ext cx="3474720" cy="4041648"/>
          </a:xfrm>
          <a:prstGeom prst="roundRect">
            <a:avLst>
              <a:gd name="adj" fmla="val 2105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17922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Each Zone: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58200" y="2267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&amp; Surface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58200" y="261518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Sedimentary forms here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58200" y="31638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Mid-Depth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58200" y="351129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Metamorphic zone — heat + pressure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40599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Magma Chamber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58200" y="440740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Igneous forms when it cools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58200" y="4956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Volcanic opening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58200" y="530352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Igneous at surface (fast cool)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6.01  ·  Types of Rock: Earth's Amazing Materials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EVIDENCE-BASED REASONING — Identify a Rock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1828800"/>
          </a:xfrm>
          <a:prstGeom prst="roundRect">
            <a:avLst>
              <a:gd name="adj" fmla="val 4000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2296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Observe &amp; Reason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1110081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"Sedimentary rocks have visible layers. Igneous rocks have crystals. Metamorphic rocks often have wavy bands. How could knowing what to look for help you identify a rock you've never seen before?"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11430000" cy="2286000"/>
          </a:xfrm>
          <a:prstGeom prst="roundRect">
            <a:avLst>
              <a:gd name="adj" fmla="val 3200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1635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Frame: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know ___ because I observed/learned ___. This shows ___."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712464"/>
            <a:ext cx="10972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"I know this rock is sedimentary because I can see visible layers running through it. This shows it formed from sediment that settled and piled up over time — and it might even have fossils inside!"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6.01  ·  Types of Rock: Earth's Amazing Materials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EVIDENCE-BASED REASONING — Why Fossils Are Rare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394960" cy="5102352"/>
          </a:xfrm>
          <a:prstGeom prst="roundRect">
            <a:avLst>
              <a:gd name="adj" fmla="val 1434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🦴  Why Do Fossils Only Form in Sedimentary Rock?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029200" cy="4279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organism dies near water, sediment quickly covers it before it decays. Over millions of years, the sediment hardens into rock, and the organism's shape becomes LOCKED inside forever.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Fossils ONLY form in sedimentary rock: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sedimentary → metamorphic: fossils are DESTROYED by heat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it melts to magma: fossils are COMPLETELY GONE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fossils are so rare — conditions must be JUST RIGHT!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9320" y="749808"/>
            <a:ext cx="5760720" cy="5102352"/>
          </a:xfrm>
          <a:prstGeom prst="roundRect">
            <a:avLst>
              <a:gd name="adj" fmla="val 1434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822960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Real-World: Marble Parthenon &amp; Granite Countertops!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72200" y="1371600"/>
            <a:ext cx="5394960" cy="4279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marble of the Parthenon in Greece? METAMORPHIC — it used to be limestone!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countertops in many kitchens? Often GRANITE — an igneous rock formed miles underground!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is everywhere once you know how to look.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Challenge: Can you find rocks in your own home or school? What type might they be?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6.01  ·  Types of Rock: Earth's Amazing Materials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4736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🤯  ELABORATE — Mind-Blowing + Go Deeper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1938528"/>
          </a:xfrm>
          <a:prstGeom prst="roundRect">
            <a:avLst>
              <a:gd name="adj" fmla="val 3774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🤯  Mind-Blowing: Diamonds Form 100 Miles Underground for a BILLION Years!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10972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Diamonds are minerals that form about 100 miles underground under CRUSHING pressure and temperatures over 2,000°F. They've been growing in the ground for over a BILLION years!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travel to Earth's surface tucked inside special volcanic eruptions — blasted up from deep in Earth. A diamond ring = 1+ billion years of pressure and heat!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5577840" cy="2834640"/>
          </a:xfrm>
          <a:prstGeom prst="roundRect">
            <a:avLst>
              <a:gd name="adj" fmla="val 2581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0779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Go Deeper: The Secret Life of Minerals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521208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= 3 minerals: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Quartz (clear/white — very hard)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Feldspar (pink/white — most common mineral in Earth's crust!)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Mica (shiny silver/gold flakes — catch the light)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Mohs Hardness Scale: 1 (softest = talc) to 10 (hardest = diamond). Scratch test with fingernail or key!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834640"/>
            <a:ext cx="5577840" cy="2834640"/>
          </a:xfrm>
          <a:prstGeom prst="roundRect">
            <a:avLst>
              <a:gd name="adj" fmla="val 2581"/>
            </a:avLst>
          </a:prstGeom>
          <a:solidFill>
            <a:srgbClr val="1A1A3A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90779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🏜️  Go Deeper: Grand Canyon as a Time Machine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3337560"/>
            <a:ext cx="521208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Canyon exposes nearly TWO BILLION years of sedimentary rock layers.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down into the canyon = traveling back in time. The deeper you go, the older the rock.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Geologists read these layers like pages in a history book — and fossils tell them which creatures lived in each era.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6.01  ·  Types of Rock: Earth's Amazing Materials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SELF-CHECK — Let's See What You Know!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1783080"/>
          </a:xfrm>
          <a:prstGeom prst="roundRect">
            <a:avLst>
              <a:gd name="adj" fmla="val 4103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type of rock forms when LAVA cools and hardens?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Metamorphic     B — Igneous ✓     C — Sedimentary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 is correct! Igneous comes from the Latin word for fire. These rocks are born from fiery melted rock!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670048"/>
            <a:ext cx="11430000" cy="1783080"/>
          </a:xfrm>
          <a:prstGeom prst="roundRect">
            <a:avLst>
              <a:gd name="adj" fmla="val 4103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4320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type of rock is most likely to contain FOSSILS?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12724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Igneous     B — Metamorphic     C — Sedimentary 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63016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 is correct! Sedimentary rocks build up in slow layers that can trap and preserve plant and animal remains over millions of years!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590288"/>
            <a:ext cx="11430000" cy="1783080"/>
          </a:xfrm>
          <a:prstGeom prst="roundRect">
            <a:avLst>
              <a:gd name="adj" fmla="val 4103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6634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ongoing process called when rocks slowly change from one type to another?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04748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The Rock Cycle ✓     B — Erosion     C — The Mineral Chain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550408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 is correct! The rock cycle shows how every rock type can transform into another — given enough time and the right conditions!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6.01  ·  Types of Rock: Earth's Amazing Materials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ASSIGNMENT — Science Rocks! The Rock Hunt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577840" cy="5074920"/>
          </a:xfrm>
          <a:prstGeom prst="roundRect">
            <a:avLst>
              <a:gd name="adj" fmla="val 144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The Rock Hunt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5212080" cy="4462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your page: "Science Rocks!"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3 different rocks (go outside or look around home). For each rock observe and describe: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Texture (smooth, rough, bumpy, grainy?)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Special features (sparkles, stripes, layers, holes, fossils?)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best TYPE GUESS: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Igneous, sedimentary, or metamorphic?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Visible layers → probably sedimentary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Crystals/glassy texture → probably igneous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Wavy bands, smooth → possibly metamorphic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Sparkles → minerals like mica or quartz!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Practiced: Slides 6, 7,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749808"/>
            <a:ext cx="5577840" cy="5074920"/>
          </a:xfrm>
          <a:prstGeom prst="roundRect">
            <a:avLst>
              <a:gd name="adj" fmla="val 1441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8229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The Rock Cycle Diagram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5080" y="1207008"/>
            <a:ext cx="5212080" cy="4462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your own rock cycle diagram showing: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3 rock types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Arrows showing how each can change into another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Labels for: weathering &amp; erosion, sedimentation, heat &amp; pressure, melting, cooling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Think &amp; Write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your notebook: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If you found a rock with visible layers AND a fossil inside it, what type is it — and what does the fossil tell you about where it formed?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Could a diamond be considered a type of rock? Why or why not? (Hint: think about mineral vs. rock.)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Practiced: Slides 5, 8, 9, 11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6.01  ·  Types of Rock: Earth's Amazing Materials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rocks look so solid and permanent, how could they possibly change into completely different types of rock over millions — or even billions — of years?"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A — Rock hunt observations for 3 rocks (color, texture, features, type guess)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 — Rock cycle diagram with all 3 types and labeled arrows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C — Two think &amp; write answers (fossil/layers question + diamond/mineral question)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85616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Warm-up sketch with notes on how your understanding of rocks changed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6.02: Coming Up!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continue exploring Earth's materials — connecting rocks, minerals, and Earth's changing surface to the big picture of how our planet works.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6.01  ·  Types of Rock: Earth's Amazing Materials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2026-07-13T19:58:23Z</dcterms:created>
  <dcterms:modified xsi:type="dcterms:W3CDTF">2026-07-13T19:58:23Z</dcterms:modified>
</cp:coreProperties>
</file>