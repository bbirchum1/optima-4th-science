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station rotation: ~7 min per station. Students record Source, Transfer Type, Receiver, and Evidence at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physical station cards at each station too. Rotation order: 1→2→3→4 or assign groups. 7 min each + 2 min transition = 36 min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CER. Students should complete in notebook. Reasoning must explain the mechanism of transfer, not just restate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preview of conservation of energy. Don't introduce the term formally yet — let students describe the pattern. Validate their language before giving the scientific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Name the 4 types of energy transfer and give one example of each from today's stations.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Investigation: Observing Energy Moving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stations — observe heat, light, sound, and electrical energy transfer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4-PS3-2 | 4-PS3-4 — Observe and record evidence of energy transfer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make and record observations at 4 energy transfer stations.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identify the source, type of transfer, and receiver at each station.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write a full CER using evidence from station observations.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Station 1: thermometer + warm/cool water   Station 2: flashlight + paper   Station 3: tuning fork + rice   Station 4: simple circuit kit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4 Energy Transfer Stations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86968"/>
            <a:ext cx="548640" cy="548640"/>
          </a:xfrm>
          <a:prstGeom prst="ellipse">
            <a:avLst/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86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88696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Heat Station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 thermometer in warm vs. cool water. Record temperature changes.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749808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886968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886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1152" y="88696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Light Station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499616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 a flashlight on white vs. dark paper. Touch each after 1 minute. Record.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721608"/>
            <a:ext cx="548640" cy="54864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37216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Sound Station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334256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tuning fork, touch it to rice on paper. Observe what happens. Record.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584448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721608"/>
            <a:ext cx="548640" cy="54864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1152" y="37216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Electrical Station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4334256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simple circuit. Observe what the energy does (light/heat/motion). Record.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Record at Each Station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table into your notebook. Fill it in at each station.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60020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572768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160020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57276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6002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Transfer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572768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5584" y="160020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157276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5824" y="1600200"/>
            <a:ext cx="4096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Observed (Evidence)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176272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Heat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37360" y="212140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92224" y="2176272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212140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2176272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212140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15584" y="2176272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212140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2176272"/>
            <a:ext cx="4096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081528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3136392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Light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37360" y="308152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92224" y="3136392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308152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2464" y="3136392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08152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15584" y="3136392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308152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35824" y="3136392"/>
            <a:ext cx="4096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041648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4096512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37360" y="404164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92224" y="4096512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0" y="404164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12464" y="4096512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404164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15584" y="4096512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80960" y="404164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35824" y="4096512"/>
            <a:ext cx="4096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5001768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5056632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Electrical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737360" y="500176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92224" y="5056632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0" y="500176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12464" y="5056632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760720" y="500176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15584" y="5056632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680960" y="500176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35824" y="5056632"/>
            <a:ext cx="4096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58" name="Text 5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1: Heat Transfer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48097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"thermometer warm cold water heat transfer temperature change science"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155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Thermometer measuring temperature in warm and cool water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49808"/>
            <a:ext cx="621792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1 Procedure: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594360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Place thermometer in cool water (20°C). Record temperature.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Move thermometer to warm water (40°C). Watch for 1 minute.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Record: what happened? Which direction did heat move?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 your notebook: "Heat moved FROM ___ TO ___ because ___"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Heat always moves from ___ to ___.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2: Light Transfer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48097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"flashlight shining on white paper vs dark black paper heat absorption light energy"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155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 on white vs. dark paper — which absorbs more light energy?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49808"/>
            <a:ext cx="621792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2 Procedure: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594360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Shine flashlight on white paper for 1 minute.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Turn off. Carefully touch the paper. Record what you observe.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Repeat with dark/black paper.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Record: which paper absorbed more energy? How do you know?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"The evidence shows that dark paper ___ed more light energy because ___"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3: Sound Transfer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48097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"tuning fork vibrating touching water rice grains sound energy waves"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155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fork causes rice grains to jump — sound energy as vibration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49808"/>
            <a:ext cx="621792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3 Procedure: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594360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Place a few grains of rice on a piece of paper.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Strike the tuning fork and hold it close to (not touching) the rice.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Observe: what happens to the rice?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Record: what is the SOURCE of the energy? What is the RECEIVER?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"The rice moved because sound travels as ___, which ___"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4: Electrical Transfer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48097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"simple circuit battery wire light bulb LED electrical energy transfer"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155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circuit: battery powers LED bulb — electrical energy transfer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49808"/>
            <a:ext cx="621792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4 Procedure: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594360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Connect the battery to the wire and LED (or small bulb).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Observe: what happens? What forms of energy do you notice?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Touch the wire briefly — what do you feel?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Record: the SOURCE is ___, the energy travels as ___, and the RECEIVER ___.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Disconnect one wire. What happens? What does this tell you?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CER: Energy Transfer Investigation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station. 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[source] transfers energy to [receiver] as [type] because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"The tuning fork transfers energy to the rice as sound because..."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station observations: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observed that ___"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 ___, the ___ changed/moved/lit up"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what you measured or saw.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749040" cy="5349240"/>
          </a:xfrm>
          <a:prstGeom prst="roundRect">
            <a:avLst>
              <a:gd name="adj" fmla="val 2439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74904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680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1152144"/>
            <a:ext cx="347472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connection: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evidence supports my claim because energy was transferred from ___ to ___ in the form of ___. This caused the receiver to ___ because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your evidence support the claim?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Discussion: Patterns Across Stations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the class: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station, energy moved from a SOURCE to a RECEIVER and caused a change. What pattern do you notice? Is energy ever destroyed? Or does it just move? Support your thinking with evidence from the stations.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07792"/>
            <a:ext cx="11430000" cy="1298448"/>
          </a:xfrm>
          <a:prstGeom prst="roundRect">
            <a:avLst>
              <a:gd name="adj" fmla="val 563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to Discover Together: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CONSERVED — it is never created or destroyed, only transferred. At every station, energy moved from one object to another. What changed is WHERE the energy was, not how much total energy exists.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 the sound station, what caused the rice grains to move?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rice absorbed heat from the air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tuning fork transferred energy as vibrations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Electrical energy flowed through the paper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Light from above pushed the rice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 the light station, why did the dark paper get warmer than the white paper?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Dark paper is heavier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Light passes through dark paper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Dark paper absorbed more light energy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White paper reflects heat away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different ways energy can move from one place to another?"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Station observation table (all 4 stations)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Full CER for one station: Claim + Evidence + Reasoning (notebook)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21-01: What Happens When Objects Collide?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20-02  ·  Investigation: Observing Energy Moving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2026-07-14T00:31:43Z</dcterms:created>
  <dcterms:modified xsi:type="dcterms:W3CDTF">2026-07-14T00:31:43Z</dcterms:modified>
</cp:coreProperties>
</file>