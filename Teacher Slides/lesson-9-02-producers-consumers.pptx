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Week 9, Day 2. Students built food chains yesterday. Today they stress-test them by removing links. Full CER on the missing-link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draw and predict for 3 minutes. Don't correct them yet.
Share 2-3 predictions: 'Who predicted the fox would starve? Who predicted the rabbit population would change? How did you decide?'
This primes the key question: dependencies in food 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predictions for all 3 in notebooks. Then discuss Scenario 3 (hawk disappears) together — most surprising result.
Scientific argumentation: 'After the first answer, ask: Does anyone have DIFFERENT evidence? What evidence would change your mind?'
This is the investigation question for the explore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distinction: Chain = 1 path. Web = many chains overlapping.
Ask: 'Why would a web be more realistic than a single chain?' (Most animals eat multiple things.)
Follow up: 'Does anyone have different evidence about what makes something a predator?'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predictions before moving on. Students should reason through the chain: grasshoppers eat sawgrass → frogs eat grasshoppers → hawks eat frogs.
Answer: Frogs are hit first (direct predators of grasshoppers). Sawgrass actually INCREASES (less eating). Hawks feel it second.
Variables: 'What changed? (grasshopper population) What stayed the same? (food chain structure)'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web diagram: 'Count how many things the hawk eats. Now count how many things eat the grasshopper. THAT'S why webs are more realistic than chains.'
Ask: 'Which has more backup — a chain or a web? What evidence supports that?'
Fair test: 'If we removed ONE species from this web, how would we know which species caused the most change?'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'Revisable Model' Q2 habit: draw BEFORE you know the answer, then revise.
Reveal the right side AFTER students have drawn and predicted.
Ask: 'What changed in your model? What did you get right? What surprised you?'
Answer: Grasshoppers increase (no predator), hawk loses its main food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 during Steps 1-3. Check that students are labeling arrows with energy direction.
Step 4: Cold call — 'What surprised you most?' 'Did anyone predict the grasshopper population would INCREASE? What evidence helped you predict that?'
Scientific argumentation: 'Does anyone have DIFFERENT evidence? What evidence would change your mind?'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'rivers changed shape' land! Ask: 'If one predator can change rivers, what does that tell us about dependencies in ecosystems?'
Florida connection: Pythons aren't a missing link — they're an ADDED link. Same concept, different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'Is the alligator a producer, consumer, or both?' (Consumer/predator AND habitat provider)
Investigation design: 'How could we TEST whether removing alligators changes the wetland? What would change? What would stay the same? How many years of data would we need?'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MODEL: Walk through all 3 panels aloud.
Claim: 'When the oaks die, squirrels lose their food source, which will reduce hawk prey.'
Evidence: Oaks are producers → acorns feed squirrels → squirrels feed hawks.
Reasoning: When the first link (producer) goes, energy can't reach the consumers above it. The whole chain above oak trees is affected.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 independent writing, then partner share.
After sharing: 'After the first answer, ask: Does anyone have DIFFERENT evidence? What would change your mind about whether predators matter?'
Look for: students mentioning prey grows then crashes due to overeating its food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350 species! That's a whole ecosystem depending on one animal's burrow-digging behavior.
Connect to Lesson 10.01 preview: 'Next lesson, we'll look at ALL the ways living things are connected — beyond just eating.' The gopher tortoise is a perfect bridge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B — grasshopper eats sawgrass directly. Q2: C — food web connects many chains. Q3: A — prey grows first without predator.
After Q3: 'What EVIDENCE tells you that the frog population grows first, not the sawgrass?'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part. Submit via Canvas: typed, notebook photo, or video.
Remind: 'Your CER from Slide 12 is exactly what Part C asks for — you already have it!'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'Name one way a food chain in your neighborhood depends on something staying alive.' Students share before leaving.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removal scenario. Ask students to predict BEFORE revealing.'After first answer: Does anyone have different evidence? What evidence would change your mind?'
Key insight: removing PRODUCER has the biggest cascade. Removing TOP PREDATOR has a surprising downstream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misconception: the prey-growing-forever idea. Walk through the real cycle: prey grows → runs out of food → crashes. Then a new balance forms, but at a different level.
Scientific argumentation: 'After first answer, ask: Does anyone have different evidence about which removal causes the most damage?'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a key Q2 investigation design question: 'What makes an ecosystem resilient?'
Variables: Independent = web complexity (# of species/paths). Dependent = recovery speed after disturbance. Controlled = type of disturbance.
Ask: 'Would a food CHAIN bounce back as fast as a food WEB? What evidence supports that?'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Q2 investigation design thinking slide. Key language to model: independent variable, dependent variable, controlled variable, fair test.
After discussing: 'Which of today's scenarios gives us the STRONGEST evidence that food chains matter? Why?'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Producers and Consumers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Week 9 · Ecosystems &amp; Energy · Life Science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SC.4.L.17.3 — Predict effects when a producer or consumer is removed from a food chain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Tell the difference between a producer and a consumer using evidence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 what happens to a food chain if one living thing is removed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my prediction with evidence from a food-chain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📓 Science notebook   ✏️ Colored pencils   🔗 Food chain from Lesson 9.01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Warm-Up: A Missing Link  (5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508760"/>
          </a:xfrm>
          <a:prstGeom prst="roundRect">
            <a:avLst>
              <a:gd name="adj" fmla="val 484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notebook, draw three living things in a row connected by arrows.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111556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grass → rabbit → fox   (The arrows show energy moving when something gets eaten.)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CROSS OUT the middle one. Draw a quick prediction of what happens to the other two.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1152144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591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11292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think happens to the rabbit's food? And to the fox? Do they keep going, or does something break? Write your best guess."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56432"/>
            <a:ext cx="11521440" cy="1600200"/>
          </a:xfrm>
          <a:prstGeom prst="roundRect">
            <a:avLst>
              <a:gd name="adj" fmla="val 4571"/>
            </a:avLst>
          </a:prstGeom>
          <a:solidFill>
            <a:srgbClr val="1A1A1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47872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136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_______________ because _______________."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 doesn't have to be perfect — we'll test it together.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Three Scenarios — What Would YOU Predict?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566160" cy="5166360"/>
          </a:xfrm>
          <a:prstGeom prst="roundRect">
            <a:avLst>
              <a:gd name="adj" fmla="val 2051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Producer Disappears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329184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sawgrass in a Florida wetland dies from a disease. What happens to the grasshoppers? The frogs? The hawks?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5354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713232"/>
            <a:ext cx="3566160" cy="5166360"/>
          </a:xfrm>
          <a:prstGeom prst="roundRect">
            <a:avLst>
              <a:gd name="adj" fmla="val 2051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89611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389120" y="15087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First Consumer Disappears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029968"/>
            <a:ext cx="329184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wipes out every grasshopper in the Everglades. What happens to the sawgrass? What happens to the tree frogs?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0" y="45354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713232"/>
            <a:ext cx="3566160" cy="5166360"/>
          </a:xfrm>
          <a:prstGeom prst="roundRect">
            <a:avLst>
              <a:gd name="adj" fmla="val 205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89611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🦅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75320" y="150876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Top Predator Disappears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2029968"/>
            <a:ext cx="329184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red-shouldered hawks are gone. What happens to the frog population first? What might happen later?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75320" y="42519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75320" y="45354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Vocabulary: 6 Words for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 today: Food Web. You know the others from 9.01 — let's go deeper!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1498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89888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do work or cause change. Every living thing in a food chain runs on energy.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987552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987552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01498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5968" y="1389888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thing — usually a plant — that makes its own food using sunlight.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987552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987552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01498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56448" y="1389888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thing that gets energy by eating producers or other consumers.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48716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48716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288950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food chains in one place, connected together. A food web shows most animals eat — and are eaten by — more than one thing.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248716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8B6F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248716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chain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15968" y="288950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path showing how energy moves from one living thing to the next when something gets eaten.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248716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B05A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248716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B05A00"/>
          </a:solidFill>
          <a:ln w="12700">
            <a:solidFill>
              <a:srgbClr val="B05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56448" y="288950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animal that hunts and eats other animals. A red-shouldered hawk hunting a frog is a predator.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11521440" cy="777240"/>
          </a:xfrm>
          <a:prstGeom prst="roundRect">
            <a:avLst>
              <a:gd name="adj" fmla="val 9412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023360"/>
            <a:ext cx="11192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Discussion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" y="4389120"/>
            <a:ext cx="11192256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food CHAIN and a food WEB? Use evidence from the definitions to explain.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Every Link Depends on Another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389888"/>
          </a:xfrm>
          <a:prstGeom prst="roundRect">
            <a:avLst>
              <a:gd name="adj" fmla="val 526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 chain isn't just a list of animals — it's a chain of DEPENDENCIES.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43584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frog depends on the grasshopper. The grasshopper depends on the sawgrass. Take away any one link and the whole chain feels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774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frogs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24028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774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29992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FROG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3832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grasshoppers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4028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3774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9992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3832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sawgrass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240280"/>
            <a:ext cx="2697480" cy="2194560"/>
          </a:xfrm>
          <a:prstGeom prst="roundRect">
            <a:avLst>
              <a:gd name="adj" fmla="val 333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37744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35440" y="29992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SAWGRASS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338328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sunlight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553712"/>
            <a:ext cx="11521440" cy="1024128"/>
          </a:xfrm>
          <a:prstGeom prst="roundRect">
            <a:avLst>
              <a:gd name="adj" fmla="val 7143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626864"/>
            <a:ext cx="11192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Stop &amp; Think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" y="4992624"/>
            <a:ext cx="1119225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Florida wetland, all the grasshoppers suddenly die from a disease. Who is hit FIRST — the sawgrass, the frogs, or the hawks? Make a quick prediction before reading on.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Real Food Chains Are Webs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6583680" cy="3840480"/>
          </a:xfrm>
          <a:prstGeom prst="roundRect">
            <a:avLst>
              <a:gd name="adj" fmla="val 190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636422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wetland food web diagram sawgrass oak leaves grasshopper mouse lizard hawk rat snake arrows crossing multiple paths"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59028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 web: many chains overlapping — most animals eat more than one thing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0" y="713232"/>
            <a:ext cx="4937760" cy="1874520"/>
          </a:xfrm>
          <a:prstGeom prst="roundRect">
            <a:avLst>
              <a:gd name="adj" fmla="val 3902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80467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Webs Matter: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1152144"/>
            <a:ext cx="45720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hawk eats frogs, lizards, mice, AND small snakes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tree frog eats grasshoppers, moths, AND beetles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Removing one link doesn't always destroy everything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...but it ALWAYS causes change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0" y="2724912"/>
            <a:ext cx="4937760" cy="1874520"/>
          </a:xfrm>
          <a:prstGeom prst="roundRect">
            <a:avLst>
              <a:gd name="adj" fmla="val 3902"/>
            </a:avLst>
          </a:prstGeom>
          <a:solidFill>
            <a:srgbClr val="251010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281635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163824"/>
            <a:ext cx="45720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predator disappears, prey will just keep growing forever."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quite! Without predators, prey grows fast AT FIRST — then runs out of food and crashes.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681728"/>
            <a:ext cx="11521440" cy="804672"/>
          </a:xfrm>
          <a:prstGeom prst="roundRect">
            <a:avLst>
              <a:gd name="adj" fmla="val 9091"/>
            </a:avLst>
          </a:prstGeom>
          <a:solidFill>
            <a:srgbClr val="1A23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773168"/>
            <a:ext cx="11155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Concept: Every link matters. Remove a producer → consumers lose food. Remove a predator → prey grows out of balance.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Model: Draw the Before &amp; After (Revisable Model)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486400" cy="5166360"/>
          </a:xfrm>
          <a:prstGeom prst="roundRect">
            <a:avLst>
              <a:gd name="adj" fmla="val 1416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Full Wetland Chain: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in your notebook: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Sawgrass → Grasshopper → Tree Frog → Hawk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(Label each one: producer or consumer)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5212080" cy="3493008"/>
          </a:xfrm>
          <a:prstGeom prst="roundRect">
            <a:avLst>
              <a:gd name="adj" fmla="val 2094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3225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7614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" y="3054096"/>
            <a:ext cx="4992624" cy="2441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wetland food chain labeled before diagram sawgrass grasshopper frog hawk all links intact"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574243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all links present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713232"/>
            <a:ext cx="5760720" cy="5166360"/>
          </a:xfrm>
          <a:prstGeom prst="roundRect">
            <a:avLst>
              <a:gd name="adj" fmla="val 1416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8046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Tree Frogs Are Gone: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207008"/>
            <a:ext cx="54864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 the frog. Now predict: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happens to grasshoppers? (more or fewer?)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happens to the hawk? (more or fewer prey?)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model in a DIFFERENT COLOR.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651760"/>
            <a:ext cx="5486400" cy="3054096"/>
          </a:xfrm>
          <a:prstGeom prst="roundRect">
            <a:avLst>
              <a:gd name="adj" fmla="val 239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355080" y="27614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32004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73368" y="3493008"/>
            <a:ext cx="5266944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"Florida wetland food chain tree frog missing grasshopper population increase hawk fewer prey arrows broken"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57424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frog removed — chain ripples up and down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Explore: Investigate the Missing Link (8 min)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What happens to the wetland if all tree frogs disappear?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53212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Starting Chain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sawgrass → grasshopper → green tree frog → hawk. Put arrows between each. This is the 'before' picture — everyone alive.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39312"/>
            <a:ext cx="553212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7490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49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0782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Removing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462272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predictions: (1) What happens to the hawk? (2) What happens to the grasshopper? Say MORE, FEWER, or SAME.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553212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11556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155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14447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Out the Frog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828800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big X through the tree frog. Follow arrows: The arrow INTO frog (from grasshoppers) — what happens? The arrow OUT of frog (to hawk) — what happens?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3639312"/>
            <a:ext cx="5532120" cy="2395728"/>
          </a:xfrm>
          <a:prstGeom prst="roundRect">
            <a:avLst>
              <a:gd name="adj" fmla="val 3053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7490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749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407822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Evidence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4462272"/>
            <a:ext cx="530352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your prediction vs. what should happen. Were you right? Partly right? Write one sentence about what surprised you most.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1521440" cy="3456432"/>
          </a:xfrm>
          <a:prstGeom prst="roundRect">
            <a:avLst>
              <a:gd name="adj" fmla="val 2116"/>
            </a:avLst>
          </a:prstGeom>
          <a:solidFill>
            <a:srgbClr val="0A152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66928"/>
            <a:ext cx="11521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🤯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 #1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0195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wolves were brought back to Yellowstone, the elk stopped overgrazing,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willow trees grew back along streams, and the rivers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SHAPE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predator was changing the entire landscape.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4005072"/>
            <a:ext cx="11521440" cy="1965960"/>
          </a:xfrm>
          <a:prstGeom prst="roundRect">
            <a:avLst>
              <a:gd name="adj" fmla="val 3721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9651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Florida Connection — The Python Problem: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111556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Burmese pythons aren't native to the Everglades, but they got loose and started eating everything — marsh rabbits, raccoons, even small alligators. Scientists are watching the food web shift around them. Some Florida ecosystems have lost MOST of their small mammals because of this one missing-link problem in reverse.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Go Deeper: Keystone Species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1A1A0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animals have an EXTRA-BIG effect on their food web. Scientists call these KEYSTONE SPECIES — like the keystone in an archway.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03520" cy="4133088"/>
          </a:xfrm>
          <a:prstGeom prst="roundRect">
            <a:avLst>
              <a:gd name="adj" fmla="val 177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6184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350008"/>
            <a:ext cx="5084064" cy="3081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"American alligator gator hole Florida Everglades keystone species wetland"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56784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American alligator: Florida's keystone species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508760"/>
            <a:ext cx="6035040" cy="4133088"/>
          </a:xfrm>
          <a:prstGeom prst="roundRect">
            <a:avLst>
              <a:gd name="adj" fmla="val 1770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2763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American Alligator: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01168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🐊 Digs deep 'gator holes' in wetlands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487168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Holes hold water during droughts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962656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🐟 Fish, turtles, and birds survive in holes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438144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Without gators → wetland dries 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3913632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350+ other species depend on those holes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4389120"/>
            <a:ext cx="5669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Remove alligators → whole wetland changes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760720"/>
            <a:ext cx="11521440" cy="731520"/>
          </a:xfrm>
          <a:prstGeom prst="roundRect">
            <a:avLst>
              <a:gd name="adj" fmla="val 10000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5833872"/>
            <a:ext cx="11192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Reason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6199632"/>
            <a:ext cx="1119225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link in the chain causes the BIGGEST change when it disappears? Use evidence from today to explain.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CER Practice: The Missing Link Argument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In a Florida pine forest, all the oak trees die from a disease. Use evidence to predict what happens to the food web.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611880" cy="3886200"/>
          </a:xfrm>
          <a:prstGeom prst="roundRect">
            <a:avLst>
              <a:gd name="adj" fmla="val 2532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361188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33375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starter: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the oak trees die, I predict that _______ because the food chain shows _______."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664208"/>
            <a:ext cx="3611880" cy="3886200"/>
          </a:xfrm>
          <a:prstGeom prst="roundRect">
            <a:avLst>
              <a:gd name="adj" fmla="val 2532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664208"/>
            <a:ext cx="361188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6824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066544"/>
            <a:ext cx="333756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2 facts: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Oaks are producers (make food from sunlight)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Acorns feed squirrels and deer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Squirrels/deer are eaten by foxes and hawks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Without producers, consumers lose their first food source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1664208"/>
            <a:ext cx="4206240" cy="3886200"/>
          </a:xfrm>
          <a:prstGeom prst="roundRect">
            <a:avLst>
              <a:gd name="adj" fmla="val 2353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664208"/>
            <a:ext cx="420624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68249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066544"/>
            <a:ext cx="3931920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dots: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that the food chain matters because when the _______ disappears, the energy supply to _______ is cut off, which means _______."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687568"/>
            <a:ext cx="11521440" cy="804672"/>
          </a:xfrm>
          <a:prstGeom prst="roundRect">
            <a:avLst>
              <a:gd name="adj" fmla="val 9091"/>
            </a:avLst>
          </a:prstGeom>
          <a:solidFill>
            <a:srgbClr val="1A1A0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779008"/>
            <a:ext cx="11155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Teacher models first — then students write their own CER in notebooks.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1A5FB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CER Practice: Your Turn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question: Some people say 'If a top predator like a hawk disappears, the prey will just keep growing forever and the ecosystem will be fine.' Do you agree?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611880" cy="3337560"/>
          </a:xfrm>
          <a:prstGeom prst="roundRect">
            <a:avLst>
              <a:gd name="adj" fmla="val 2740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361188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CLAIM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11096"/>
            <a:ext cx="3337560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disagree because _______ (mention what actually happens to prey over time).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508760"/>
            <a:ext cx="3611880" cy="3337560"/>
          </a:xfrm>
          <a:prstGeom prst="roundRect">
            <a:avLst>
              <a:gd name="adj" fmla="val 2740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508760"/>
            <a:ext cx="361188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5270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1911096"/>
            <a:ext cx="3337560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2 facts from today: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(Hint: think about the prey growing, then running out of food)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1508760"/>
            <a:ext cx="4206240" cy="3337560"/>
          </a:xfrm>
          <a:prstGeom prst="roundRect">
            <a:avLst>
              <a:gd name="adj" fmla="val 2740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508760"/>
            <a:ext cx="420624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52704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REASONING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1911096"/>
            <a:ext cx="3931920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shows that ecosystems are NOT fine without predators because _______."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983480"/>
            <a:ext cx="11521440" cy="1115568"/>
          </a:xfrm>
          <a:prstGeom prst="roundRect">
            <a:avLst>
              <a:gd name="adj" fmla="val 655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47488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 if stuck: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39496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"I disagree because prey populations grow fast at first, but then _____."   Evidence: "Today's lesson showed that when predators disappear, _____."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11521440" cy="3273552"/>
          </a:xfrm>
          <a:prstGeom prst="roundRect">
            <a:avLst>
              <a:gd name="adj" fmla="val 2235"/>
            </a:avLst>
          </a:prstGeom>
          <a:solidFill>
            <a:srgbClr val="0A1520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66928"/>
            <a:ext cx="11521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🤯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298448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 #2 — The Gopher Tortoise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gopher tortoise digs its burrow, more than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OTHER SPECIES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that burrow for shelter — owls, snakes, mice, and more.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822192"/>
            <a:ext cx="11521440" cy="233172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136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11556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gopher tortoises disappear, hundreds of species lose a home all at once — AND the food web loses a key habitat provider. This isn't just about who eats whom. It's about shelter, too. The gopher tortoise is one of Florida's keystone species — just like the alligator.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Self-Check — Not Graded!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11521440" cy="1664208"/>
          </a:xfrm>
          <a:prstGeom prst="roundRect">
            <a:avLst>
              <a:gd name="adj" fmla="val 4396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1323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In a wetland, all the sawgrass dies. Which animal feels the change FIRST?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The red-shouldered hawk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2628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The grasshopper 🦗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66760" y="1234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The decomposer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11521440" cy="1664208"/>
          </a:xfrm>
          <a:prstGeom prst="roundRect">
            <a:avLst>
              <a:gd name="adj" fmla="val 4396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15184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A food WEB is different from a food chain because…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It only shows plants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It has no arrows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66760" y="31363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It connects many food chains together 🕸️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462272"/>
            <a:ext cx="11521440" cy="1664208"/>
          </a:xfrm>
          <a:prstGeom prst="roundRect">
            <a:avLst>
              <a:gd name="adj" fmla="val 4396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17136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If the hawk (top predator) disappears, what most likely happens FIRST?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0383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More tree frogs (nothing is hunting them) 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26280" y="50383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Sawgrass dies right away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66760" y="50383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Nothing changes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Assignment: Show What You Know (12 min)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Match the 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4 blanks: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 web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626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Pre-taught: Slides 4–5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713232"/>
            <a:ext cx="3611880" cy="5166360"/>
          </a:xfrm>
          <a:prstGeom prst="roundRect">
            <a:avLst>
              <a:gd name="adj" fmla="val 202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8046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Short Answer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12070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complete-sentence Qs: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Pick an animal — what eats it? What does it eat?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Grasshoppers disappear — what happens to sawgrass? Frogs?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25237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a food WEB better than a food CHAIN?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9626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3401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Pre-taught: Slides 5–10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713232"/>
            <a:ext cx="4389120" cy="5166360"/>
          </a:xfrm>
          <a:prstGeom prst="roundRect">
            <a:avLst>
              <a:gd name="adj" fmla="val 166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New Food Chain + CER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12070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NEW FL food chain: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16184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 + producer + 2 consumers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20299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Labeled energy arrows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24414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28529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CER: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32644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about what happens if predator disappears.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3675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4087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Pre-taught: Slides 11–12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happens to the rest of the food chain if one living thing disappears?"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A: 4 vocabulary words matched correctly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B: 3 short-answer questions in complete sentences with vocab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C: NEW food chain — Sun + producer + 2 consumers + energy arrows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CER: Claim + Evidence + Reasoning about what happens when a predator disappears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10.01: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of Life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chains are just ONE way living things connect. Next: pollination, shelter, nutrient cycling — the full ecosystem web.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What If a Link is Missing? Interactive Diagram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658368"/>
          </a:xfrm>
          <a:prstGeom prst="roundRect">
            <a:avLst>
              <a:gd name="adj" fmla="val 11111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food chain: each living thing depends on the one before it. What breaks when you remove one?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66928" y="2304288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SAWGRASS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6700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23957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energy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150876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57276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127248" y="2304288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GRASSHOPPER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27248" y="26700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Consumer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23957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energy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150876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57276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🐸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687568" y="2304288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FROG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7568" y="26700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Consumer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09560" y="239572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energy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38160" y="150876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57276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🦅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247888" y="2304288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47888" y="2670048"/>
            <a:ext cx="2121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Predator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5532120" cy="594360"/>
          </a:xfrm>
          <a:prstGeom prst="roundRect">
            <a:avLst>
              <a:gd name="adj" fmla="val 12308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696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Sawgrass removed: Grasshoppers lose food → population drops → frogs lose prey → hawk chain breaks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809744"/>
            <a:ext cx="5532120" cy="594360"/>
          </a:xfrm>
          <a:prstGeom prst="roundRect">
            <a:avLst>
              <a:gd name="adj" fmla="val 1230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8828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Grasshopper removed: Frogs lose their main food source → fewer frogs → hawks lose prey. Sawgrass grows unchecked.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4096512"/>
            <a:ext cx="5532120" cy="594360"/>
          </a:xfrm>
          <a:prstGeom prst="roundRect">
            <a:avLst>
              <a:gd name="adj" fmla="val 12308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1696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Tree Frog removed: Grasshoppers increase (no predator). Hawk loses food source and must switch prey.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4809744"/>
            <a:ext cx="5532120" cy="594360"/>
          </a:xfrm>
          <a:prstGeom prst="roundRect">
            <a:avLst>
              <a:gd name="adj" fmla="val 12308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48828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Hawk removed: Frogs increase (no predator) → eat MORE grasshoppers → grasshoppers decrease → sawgrass grows.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Key Concept + Common Misconception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1078992"/>
          </a:xfrm>
          <a:prstGeom prst="roundRect">
            <a:avLst>
              <a:gd name="adj" fmla="val 6780"/>
            </a:avLst>
          </a:prstGeom>
          <a:solidFill>
            <a:srgbClr val="1A231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Concept: Every link in a food chain matters. Remove a producer → consumers lose food. Remove a predator → prey can grow out of balance.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1521440" cy="1389888"/>
          </a:xfrm>
          <a:prstGeom prst="roundRect">
            <a:avLst>
              <a:gd name="adj" fmla="val 5263"/>
            </a:avLst>
          </a:prstGeom>
          <a:solidFill>
            <a:srgbClr val="2A0A0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Common Misconception to Address: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predator disappears, the prey will just keep growing forever and the ecosystem will be fine.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quite! Prey grows fast AT FIRST — then runs out of food and CRASHES. The system corrects itself, but not gently.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38144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Florida Fact: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13632"/>
            <a:ext cx="51206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Burmese pythons have no natural predators in Florida.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python population EXPLODED.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mammal populations in the Everglades dropped 90-99%.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little — 90 to 99 percent gone.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3438144"/>
            <a:ext cx="5943600" cy="2606040"/>
          </a:xfrm>
          <a:prstGeom prst="roundRect">
            <a:avLst>
              <a:gd name="adj" fmla="val 2807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3511296"/>
            <a:ext cx="5614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&amp; Reason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08192" y="3877056"/>
            <a:ext cx="56144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all four scenarios on the previous slide. Which link in the chain causes the BIGGEST change when it disappears? Use evidence to explain.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Go Deeper: Why Can Ecosystems Bounce Back?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809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 web has LOTS of paths — not just one chain. If one link is removed, animals can sometimes switch to other foods.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5303520" cy="3822192"/>
          </a:xfrm>
          <a:prstGeom prst="roundRect">
            <a:avLst>
              <a:gd name="adj" fmla="val 1914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7739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505456"/>
            <a:ext cx="5084064" cy="2770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"food web resilience multiple pathways arrows Florida ecosystem species backup food sources"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552297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web = more backup paths = better resilience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664208"/>
            <a:ext cx="6035040" cy="3822192"/>
          </a:xfrm>
          <a:prstGeom prst="roundRect">
            <a:avLst>
              <a:gd name="adj" fmla="val 191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78308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Some Ecosystems Bounce Back: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212848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The WIDER the food web, the more backup options each animal has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871216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If one prey disappears, animals switch to another food source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529584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Every change in the web still has a cost — but some ecosystems absorb it better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4187952"/>
            <a:ext cx="5669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Scientists measure resilience by tracking how fast a population recovers after a disturbance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4828032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Design Question: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51663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TEST whether a wider food web recovers faster? What changes? What stays the same? How many trials?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Think Like a Scientist: Test Your Predictions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521440" cy="960120"/>
          </a:xfrm>
          <a:prstGeom prst="roundRect">
            <a:avLst>
              <a:gd name="adj" fmla="val 7619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test predictions with evidence. Look back at your warm-up prediction (the middle animal removed) and today's scenarios.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5394960" cy="2212848"/>
          </a:xfrm>
          <a:prstGeom prst="roundRect">
            <a:avLst>
              <a:gd name="adj" fmla="val 3306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Predictions: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52120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did you predict would happen to the animal above and below the missing link?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ACTUALLY happens? (Use today's evidence)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was different? What surprised you?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810512"/>
            <a:ext cx="5943600" cy="2212848"/>
          </a:xfrm>
          <a:prstGeom prst="roundRect">
            <a:avLst>
              <a:gd name="adj" fmla="val 3306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92024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Test Questions: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26771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was CHANGING in today's investigation?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70662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STAYED THE SAME?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314553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 removing one link from a food chain a fair test of how important it is?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58444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How many food chains would we need to study to be SURE?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11521440" cy="960120"/>
          </a:xfrm>
          <a:prstGeom prst="roundRect">
            <a:avLst>
              <a:gd name="adj" fmla="val 7619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233672"/>
            <a:ext cx="111922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Argumentation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599432"/>
            <a:ext cx="111922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sharing your prediction vs. reality: 'Does anyone have DIFFERENT evidence? What evidence would change your mind about which removal causes the most damage?'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9.02  ·  The Power of Producers and Consumers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2026-07-13T20:35:16Z</dcterms:created>
  <dcterms:modified xsi:type="dcterms:W3CDTF">2026-07-13T20:35:16Z</dcterms:modified>
</cp:coreProperties>
</file>